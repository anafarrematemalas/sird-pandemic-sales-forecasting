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5" r:id="rId1"/>
  </p:sldMasterIdLst>
  <p:notesMasterIdLst>
    <p:notesMasterId r:id="rId27"/>
  </p:notesMasterIdLst>
  <p:sldIdLst>
    <p:sldId id="256" r:id="rId2"/>
    <p:sldId id="257" r:id="rId3"/>
    <p:sldId id="283" r:id="rId4"/>
    <p:sldId id="258" r:id="rId5"/>
    <p:sldId id="272" r:id="rId6"/>
    <p:sldId id="270" r:id="rId7"/>
    <p:sldId id="271" r:id="rId8"/>
    <p:sldId id="260" r:id="rId9"/>
    <p:sldId id="273" r:id="rId10"/>
    <p:sldId id="262" r:id="rId11"/>
    <p:sldId id="278" r:id="rId12"/>
    <p:sldId id="263" r:id="rId13"/>
    <p:sldId id="279" r:id="rId14"/>
    <p:sldId id="280" r:id="rId15"/>
    <p:sldId id="264" r:id="rId16"/>
    <p:sldId id="276" r:id="rId17"/>
    <p:sldId id="265" r:id="rId18"/>
    <p:sldId id="277" r:id="rId19"/>
    <p:sldId id="281" r:id="rId20"/>
    <p:sldId id="266" r:id="rId21"/>
    <p:sldId id="267" r:id="rId22"/>
    <p:sldId id="284" r:id="rId23"/>
    <p:sldId id="269" r:id="rId24"/>
    <p:sldId id="268" r:id="rId25"/>
    <p:sldId id="282" r:id="rId2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04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p:restoredTop sz="94655"/>
  </p:normalViewPr>
  <p:slideViewPr>
    <p:cSldViewPr snapToGrid="0">
      <p:cViewPr varScale="1">
        <p:scale>
          <a:sx n="123" d="100"/>
          <a:sy n="123" d="100"/>
        </p:scale>
        <p:origin x="200" y="1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8.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diagrams/_rels/drawing8.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EAA104-1F62-4969-93A9-A1D5553BDB3F}" type="doc">
      <dgm:prSet loTypeId="urn:microsoft.com/office/officeart/2005/8/layout/vList2" loCatId="list" qsTypeId="urn:microsoft.com/office/officeart/2005/8/quickstyle/simple1" qsCatId="simple" csTypeId="urn:microsoft.com/office/officeart/2005/8/colors/accent6_1" csCatId="accent6"/>
      <dgm:spPr/>
      <dgm:t>
        <a:bodyPr/>
        <a:lstStyle/>
        <a:p>
          <a:endParaRPr lang="en-US"/>
        </a:p>
      </dgm:t>
    </dgm:pt>
    <dgm:pt modelId="{54FF3502-5862-46E4-AC6B-4CF91BAD2FFB}">
      <dgm:prSet/>
      <dgm:spPr/>
      <dgm:t>
        <a:bodyPr/>
        <a:lstStyle/>
        <a:p>
          <a:r>
            <a:rPr lang="es-ES" dirty="0"/>
            <a:t>Pérdida de ventas por falta de cantidad</a:t>
          </a:r>
          <a:endParaRPr lang="en-US" dirty="0"/>
        </a:p>
      </dgm:t>
    </dgm:pt>
    <dgm:pt modelId="{9CDA2225-37A9-49FB-AA01-BF0B4E1DB598}" type="parTrans" cxnId="{6D45D6E4-BBEC-4C63-B131-FBFE6F8A9F91}">
      <dgm:prSet/>
      <dgm:spPr/>
      <dgm:t>
        <a:bodyPr/>
        <a:lstStyle/>
        <a:p>
          <a:endParaRPr lang="en-US"/>
        </a:p>
      </dgm:t>
    </dgm:pt>
    <dgm:pt modelId="{C8B0C994-2025-45AC-919F-580F2B6684F7}" type="sibTrans" cxnId="{6D45D6E4-BBEC-4C63-B131-FBFE6F8A9F91}">
      <dgm:prSet/>
      <dgm:spPr/>
      <dgm:t>
        <a:bodyPr/>
        <a:lstStyle/>
        <a:p>
          <a:endParaRPr lang="en-US"/>
        </a:p>
      </dgm:t>
    </dgm:pt>
    <dgm:pt modelId="{F968231D-F2CB-4BC2-A4A3-147D457E0B6C}">
      <dgm:prSet/>
      <dgm:spPr/>
      <dgm:t>
        <a:bodyPr/>
        <a:lstStyle/>
        <a:p>
          <a:r>
            <a:rPr lang="es-ES" dirty="0"/>
            <a:t>Pérdida de productos por caducidad</a:t>
          </a:r>
          <a:endParaRPr lang="en-US" dirty="0"/>
        </a:p>
      </dgm:t>
    </dgm:pt>
    <dgm:pt modelId="{0C9D3DA9-F9CA-4670-86D0-B96D2FAAA591}" type="parTrans" cxnId="{5AEEF11B-2086-4C49-9DF8-455A24A5AB5D}">
      <dgm:prSet/>
      <dgm:spPr/>
      <dgm:t>
        <a:bodyPr/>
        <a:lstStyle/>
        <a:p>
          <a:endParaRPr lang="en-US"/>
        </a:p>
      </dgm:t>
    </dgm:pt>
    <dgm:pt modelId="{9A1B07F4-EA03-4B26-A0F7-57A00DE12858}" type="sibTrans" cxnId="{5AEEF11B-2086-4C49-9DF8-455A24A5AB5D}">
      <dgm:prSet/>
      <dgm:spPr/>
      <dgm:t>
        <a:bodyPr/>
        <a:lstStyle/>
        <a:p>
          <a:endParaRPr lang="en-US"/>
        </a:p>
      </dgm:t>
    </dgm:pt>
    <dgm:pt modelId="{31B9E843-C742-49D1-A008-FD8B2B0EA2A5}">
      <dgm:prSet/>
      <dgm:spPr/>
      <dgm:t>
        <a:bodyPr/>
        <a:lstStyle/>
        <a:p>
          <a:r>
            <a:rPr lang="es-ES"/>
            <a:t>Aumento de costos de almacenamiento </a:t>
          </a:r>
          <a:endParaRPr lang="en-US"/>
        </a:p>
      </dgm:t>
    </dgm:pt>
    <dgm:pt modelId="{A04F4420-2FA7-4DE2-8AEC-8E2FB07279F8}" type="parTrans" cxnId="{B259CE0F-E995-4FE3-845B-C19948330D30}">
      <dgm:prSet/>
      <dgm:spPr/>
      <dgm:t>
        <a:bodyPr/>
        <a:lstStyle/>
        <a:p>
          <a:endParaRPr lang="en-US"/>
        </a:p>
      </dgm:t>
    </dgm:pt>
    <dgm:pt modelId="{F1FC4489-96A5-4DD7-B65A-A75972CBA0C9}" type="sibTrans" cxnId="{B259CE0F-E995-4FE3-845B-C19948330D30}">
      <dgm:prSet/>
      <dgm:spPr/>
      <dgm:t>
        <a:bodyPr/>
        <a:lstStyle/>
        <a:p>
          <a:endParaRPr lang="en-US"/>
        </a:p>
      </dgm:t>
    </dgm:pt>
    <dgm:pt modelId="{4A4D02CF-9B5F-4260-84B6-2024C722939C}">
      <dgm:prSet/>
      <dgm:spPr/>
      <dgm:t>
        <a:bodyPr/>
        <a:lstStyle/>
        <a:p>
          <a:r>
            <a:rPr lang="es-ES"/>
            <a:t>Exceso de inventario innecesario</a:t>
          </a:r>
          <a:endParaRPr lang="en-US"/>
        </a:p>
      </dgm:t>
    </dgm:pt>
    <dgm:pt modelId="{030126DB-3C1B-49BD-BFB8-697C09D40C2E}" type="parTrans" cxnId="{2A4840B0-C929-4B45-94E1-3BCEB877FCCC}">
      <dgm:prSet/>
      <dgm:spPr/>
      <dgm:t>
        <a:bodyPr/>
        <a:lstStyle/>
        <a:p>
          <a:endParaRPr lang="en-US"/>
        </a:p>
      </dgm:t>
    </dgm:pt>
    <dgm:pt modelId="{2C13B9E6-FAD8-45B7-B7DC-4350903639CD}" type="sibTrans" cxnId="{2A4840B0-C929-4B45-94E1-3BCEB877FCCC}">
      <dgm:prSet/>
      <dgm:spPr/>
      <dgm:t>
        <a:bodyPr/>
        <a:lstStyle/>
        <a:p>
          <a:endParaRPr lang="en-US"/>
        </a:p>
      </dgm:t>
    </dgm:pt>
    <dgm:pt modelId="{FBB4B522-3084-B344-AFB7-E0DA7F20DA86}" type="pres">
      <dgm:prSet presAssocID="{DFEAA104-1F62-4969-93A9-A1D5553BDB3F}" presName="linear" presStyleCnt="0">
        <dgm:presLayoutVars>
          <dgm:animLvl val="lvl"/>
          <dgm:resizeHandles val="exact"/>
        </dgm:presLayoutVars>
      </dgm:prSet>
      <dgm:spPr/>
    </dgm:pt>
    <dgm:pt modelId="{1A72413F-A00E-3147-8A0B-6C94475C076F}" type="pres">
      <dgm:prSet presAssocID="{54FF3502-5862-46E4-AC6B-4CF91BAD2FFB}" presName="parentText" presStyleLbl="node1" presStyleIdx="0" presStyleCnt="4">
        <dgm:presLayoutVars>
          <dgm:chMax val="0"/>
          <dgm:bulletEnabled val="1"/>
        </dgm:presLayoutVars>
      </dgm:prSet>
      <dgm:spPr/>
    </dgm:pt>
    <dgm:pt modelId="{76A845E6-E069-5344-B41D-2C7DD1C035BD}" type="pres">
      <dgm:prSet presAssocID="{C8B0C994-2025-45AC-919F-580F2B6684F7}" presName="spacer" presStyleCnt="0"/>
      <dgm:spPr/>
    </dgm:pt>
    <dgm:pt modelId="{B86C08FD-FCBB-F849-BC72-46E36E5640F5}" type="pres">
      <dgm:prSet presAssocID="{F968231D-F2CB-4BC2-A4A3-147D457E0B6C}" presName="parentText" presStyleLbl="node1" presStyleIdx="1" presStyleCnt="4">
        <dgm:presLayoutVars>
          <dgm:chMax val="0"/>
          <dgm:bulletEnabled val="1"/>
        </dgm:presLayoutVars>
      </dgm:prSet>
      <dgm:spPr/>
    </dgm:pt>
    <dgm:pt modelId="{A183327F-D517-4742-BA57-690A0009FB56}" type="pres">
      <dgm:prSet presAssocID="{9A1B07F4-EA03-4B26-A0F7-57A00DE12858}" presName="spacer" presStyleCnt="0"/>
      <dgm:spPr/>
    </dgm:pt>
    <dgm:pt modelId="{9DE05BC1-6A7D-8A44-A334-7F8276001D6B}" type="pres">
      <dgm:prSet presAssocID="{31B9E843-C742-49D1-A008-FD8B2B0EA2A5}" presName="parentText" presStyleLbl="node1" presStyleIdx="2" presStyleCnt="4">
        <dgm:presLayoutVars>
          <dgm:chMax val="0"/>
          <dgm:bulletEnabled val="1"/>
        </dgm:presLayoutVars>
      </dgm:prSet>
      <dgm:spPr/>
    </dgm:pt>
    <dgm:pt modelId="{3C2ED27E-3BC9-014D-8D90-BE896556C22A}" type="pres">
      <dgm:prSet presAssocID="{F1FC4489-96A5-4DD7-B65A-A75972CBA0C9}" presName="spacer" presStyleCnt="0"/>
      <dgm:spPr/>
    </dgm:pt>
    <dgm:pt modelId="{D9EF62C5-1890-E248-A4BF-C9AD8B05A49B}" type="pres">
      <dgm:prSet presAssocID="{4A4D02CF-9B5F-4260-84B6-2024C722939C}" presName="parentText" presStyleLbl="node1" presStyleIdx="3" presStyleCnt="4">
        <dgm:presLayoutVars>
          <dgm:chMax val="0"/>
          <dgm:bulletEnabled val="1"/>
        </dgm:presLayoutVars>
      </dgm:prSet>
      <dgm:spPr/>
    </dgm:pt>
  </dgm:ptLst>
  <dgm:cxnLst>
    <dgm:cxn modelId="{B259CE0F-E995-4FE3-845B-C19948330D30}" srcId="{DFEAA104-1F62-4969-93A9-A1D5553BDB3F}" destId="{31B9E843-C742-49D1-A008-FD8B2B0EA2A5}" srcOrd="2" destOrd="0" parTransId="{A04F4420-2FA7-4DE2-8AEC-8E2FB07279F8}" sibTransId="{F1FC4489-96A5-4DD7-B65A-A75972CBA0C9}"/>
    <dgm:cxn modelId="{5AEEF11B-2086-4C49-9DF8-455A24A5AB5D}" srcId="{DFEAA104-1F62-4969-93A9-A1D5553BDB3F}" destId="{F968231D-F2CB-4BC2-A4A3-147D457E0B6C}" srcOrd="1" destOrd="0" parTransId="{0C9D3DA9-F9CA-4670-86D0-B96D2FAAA591}" sibTransId="{9A1B07F4-EA03-4B26-A0F7-57A00DE12858}"/>
    <dgm:cxn modelId="{B5874B2D-C59E-5C46-9748-A07AE5B0C362}" type="presOf" srcId="{F968231D-F2CB-4BC2-A4A3-147D457E0B6C}" destId="{B86C08FD-FCBB-F849-BC72-46E36E5640F5}" srcOrd="0" destOrd="0" presId="urn:microsoft.com/office/officeart/2005/8/layout/vList2"/>
    <dgm:cxn modelId="{E3FCDD3F-8B17-7A40-BD6A-D1BADA749E06}" type="presOf" srcId="{54FF3502-5862-46E4-AC6B-4CF91BAD2FFB}" destId="{1A72413F-A00E-3147-8A0B-6C94475C076F}" srcOrd="0" destOrd="0" presId="urn:microsoft.com/office/officeart/2005/8/layout/vList2"/>
    <dgm:cxn modelId="{D584136C-4CDC-8147-93FC-4036F633B3A0}" type="presOf" srcId="{31B9E843-C742-49D1-A008-FD8B2B0EA2A5}" destId="{9DE05BC1-6A7D-8A44-A334-7F8276001D6B}" srcOrd="0" destOrd="0" presId="urn:microsoft.com/office/officeart/2005/8/layout/vList2"/>
    <dgm:cxn modelId="{F083E4A3-54F2-9540-8704-75372034D166}" type="presOf" srcId="{4A4D02CF-9B5F-4260-84B6-2024C722939C}" destId="{D9EF62C5-1890-E248-A4BF-C9AD8B05A49B}" srcOrd="0" destOrd="0" presId="urn:microsoft.com/office/officeart/2005/8/layout/vList2"/>
    <dgm:cxn modelId="{2A4840B0-C929-4B45-94E1-3BCEB877FCCC}" srcId="{DFEAA104-1F62-4969-93A9-A1D5553BDB3F}" destId="{4A4D02CF-9B5F-4260-84B6-2024C722939C}" srcOrd="3" destOrd="0" parTransId="{030126DB-3C1B-49BD-BFB8-697C09D40C2E}" sibTransId="{2C13B9E6-FAD8-45B7-B7DC-4350903639CD}"/>
    <dgm:cxn modelId="{6D45D6E4-BBEC-4C63-B131-FBFE6F8A9F91}" srcId="{DFEAA104-1F62-4969-93A9-A1D5553BDB3F}" destId="{54FF3502-5862-46E4-AC6B-4CF91BAD2FFB}" srcOrd="0" destOrd="0" parTransId="{9CDA2225-37A9-49FB-AA01-BF0B4E1DB598}" sibTransId="{C8B0C994-2025-45AC-919F-580F2B6684F7}"/>
    <dgm:cxn modelId="{07AA0EF6-7EB7-E445-A1B4-DC6B739D396F}" type="presOf" srcId="{DFEAA104-1F62-4969-93A9-A1D5553BDB3F}" destId="{FBB4B522-3084-B344-AFB7-E0DA7F20DA86}" srcOrd="0" destOrd="0" presId="urn:microsoft.com/office/officeart/2005/8/layout/vList2"/>
    <dgm:cxn modelId="{19466EFB-262A-B047-974C-D4B2A7F683BF}" type="presParOf" srcId="{FBB4B522-3084-B344-AFB7-E0DA7F20DA86}" destId="{1A72413F-A00E-3147-8A0B-6C94475C076F}" srcOrd="0" destOrd="0" presId="urn:microsoft.com/office/officeart/2005/8/layout/vList2"/>
    <dgm:cxn modelId="{EB260C6F-4411-6245-984D-484A59BE955C}" type="presParOf" srcId="{FBB4B522-3084-B344-AFB7-E0DA7F20DA86}" destId="{76A845E6-E069-5344-B41D-2C7DD1C035BD}" srcOrd="1" destOrd="0" presId="urn:microsoft.com/office/officeart/2005/8/layout/vList2"/>
    <dgm:cxn modelId="{EB37D2D7-C2AF-F647-A034-212A573AE132}" type="presParOf" srcId="{FBB4B522-3084-B344-AFB7-E0DA7F20DA86}" destId="{B86C08FD-FCBB-F849-BC72-46E36E5640F5}" srcOrd="2" destOrd="0" presId="urn:microsoft.com/office/officeart/2005/8/layout/vList2"/>
    <dgm:cxn modelId="{3A1C78C5-84AC-3347-BC54-ED0A95CDC990}" type="presParOf" srcId="{FBB4B522-3084-B344-AFB7-E0DA7F20DA86}" destId="{A183327F-D517-4742-BA57-690A0009FB56}" srcOrd="3" destOrd="0" presId="urn:microsoft.com/office/officeart/2005/8/layout/vList2"/>
    <dgm:cxn modelId="{B5BB52A1-B87E-324B-9142-C96C9CEF40A7}" type="presParOf" srcId="{FBB4B522-3084-B344-AFB7-E0DA7F20DA86}" destId="{9DE05BC1-6A7D-8A44-A334-7F8276001D6B}" srcOrd="4" destOrd="0" presId="urn:microsoft.com/office/officeart/2005/8/layout/vList2"/>
    <dgm:cxn modelId="{821AEFA1-F070-8448-BDAB-6175F71EDF24}" type="presParOf" srcId="{FBB4B522-3084-B344-AFB7-E0DA7F20DA86}" destId="{3C2ED27E-3BC9-014D-8D90-BE896556C22A}" srcOrd="5" destOrd="0" presId="urn:microsoft.com/office/officeart/2005/8/layout/vList2"/>
    <dgm:cxn modelId="{FEDD37A0-32C9-874F-9820-724EDA7B9D99}" type="presParOf" srcId="{FBB4B522-3084-B344-AFB7-E0DA7F20DA86}" destId="{D9EF62C5-1890-E248-A4BF-C9AD8B05A49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B0FADBA-A5B2-44E6-8946-855DB8473216}" type="doc">
      <dgm:prSet loTypeId="urn:microsoft.com/office/officeart/2016/7/layout/RepeatingBendingProcessNew" loCatId="process" qsTypeId="urn:microsoft.com/office/officeart/2005/8/quickstyle/simple2" qsCatId="simple" csTypeId="urn:microsoft.com/office/officeart/2005/8/colors/accent6_2" csCatId="accent6" phldr="1"/>
      <dgm:spPr/>
      <dgm:t>
        <a:bodyPr/>
        <a:lstStyle/>
        <a:p>
          <a:endParaRPr lang="en-US"/>
        </a:p>
      </dgm:t>
    </dgm:pt>
    <dgm:pt modelId="{8786C0C4-4D23-4335-A395-72E33D18A188}">
      <dgm:prSet/>
      <dgm:spPr>
        <a:solidFill>
          <a:schemeClr val="accent6">
            <a:lumMod val="75000"/>
          </a:schemeClr>
        </a:solidFill>
      </dgm:spPr>
      <dgm:t>
        <a:bodyPr/>
        <a:lstStyle/>
        <a:p>
          <a:r>
            <a:rPr lang="es-ES" dirty="0">
              <a:solidFill>
                <a:schemeClr val="tx1"/>
              </a:solidFill>
            </a:rPr>
            <a:t>Recopilación de </a:t>
          </a:r>
          <a:r>
            <a:rPr lang="es-ES">
              <a:solidFill>
                <a:schemeClr val="tx1"/>
              </a:solidFill>
            </a:rPr>
            <a:t>datos históricos</a:t>
          </a:r>
          <a:endParaRPr lang="en-US" dirty="0">
            <a:solidFill>
              <a:schemeClr val="tx1"/>
            </a:solidFill>
          </a:endParaRPr>
        </a:p>
      </dgm:t>
    </dgm:pt>
    <dgm:pt modelId="{E7573D60-B6F6-4631-B8AA-3EBF11B93661}" type="parTrans" cxnId="{E5C4A35E-A645-42DC-B816-59140530E063}">
      <dgm:prSet/>
      <dgm:spPr/>
      <dgm:t>
        <a:bodyPr/>
        <a:lstStyle/>
        <a:p>
          <a:endParaRPr lang="en-US">
            <a:solidFill>
              <a:schemeClr val="tx1"/>
            </a:solidFill>
          </a:endParaRPr>
        </a:p>
      </dgm:t>
    </dgm:pt>
    <dgm:pt modelId="{754AAAED-70E7-455F-B9B1-F500462294AC}" type="sibTrans" cxnId="{E5C4A35E-A645-42DC-B816-59140530E063}">
      <dgm:prSet/>
      <dgm:spPr/>
      <dgm:t>
        <a:bodyPr/>
        <a:lstStyle/>
        <a:p>
          <a:endParaRPr lang="en-US">
            <a:solidFill>
              <a:schemeClr val="tx1"/>
            </a:solidFill>
          </a:endParaRPr>
        </a:p>
      </dgm:t>
    </dgm:pt>
    <dgm:pt modelId="{EE7B8714-7963-46DC-83D6-E01337132639}">
      <dgm:prSet/>
      <dgm:spPr>
        <a:solidFill>
          <a:schemeClr val="accent6">
            <a:lumMod val="40000"/>
            <a:lumOff val="60000"/>
          </a:schemeClr>
        </a:solidFill>
      </dgm:spPr>
      <dgm:t>
        <a:bodyPr/>
        <a:lstStyle/>
        <a:p>
          <a:r>
            <a:rPr lang="es-ES" dirty="0">
              <a:solidFill>
                <a:schemeClr val="tx1"/>
              </a:solidFill>
            </a:rPr>
            <a:t>Selección de los productos relacionados con la pandemia </a:t>
          </a:r>
          <a:endParaRPr lang="en-US" dirty="0">
            <a:solidFill>
              <a:schemeClr val="tx1"/>
            </a:solidFill>
          </a:endParaRPr>
        </a:p>
      </dgm:t>
    </dgm:pt>
    <dgm:pt modelId="{D9B2317F-9F5F-4DEA-AB86-41D2BE499D4A}" type="parTrans" cxnId="{0C1EF873-A5F5-4DD6-9062-BEBA07852276}">
      <dgm:prSet/>
      <dgm:spPr/>
      <dgm:t>
        <a:bodyPr/>
        <a:lstStyle/>
        <a:p>
          <a:endParaRPr lang="en-US">
            <a:solidFill>
              <a:schemeClr val="tx1"/>
            </a:solidFill>
          </a:endParaRPr>
        </a:p>
      </dgm:t>
    </dgm:pt>
    <dgm:pt modelId="{1E3F15CA-AB78-4C83-9A0D-176A4147A888}" type="sibTrans" cxnId="{0C1EF873-A5F5-4DD6-9062-BEBA07852276}">
      <dgm:prSet/>
      <dgm:spPr/>
      <dgm:t>
        <a:bodyPr/>
        <a:lstStyle/>
        <a:p>
          <a:endParaRPr lang="en-US">
            <a:solidFill>
              <a:schemeClr val="tx1"/>
            </a:solidFill>
          </a:endParaRPr>
        </a:p>
      </dgm:t>
    </dgm:pt>
    <dgm:pt modelId="{AB0F5FDA-7237-469F-B938-B21D286138B7}">
      <dgm:prSet/>
      <dgm:spPr>
        <a:solidFill>
          <a:schemeClr val="accent6">
            <a:lumMod val="40000"/>
            <a:lumOff val="60000"/>
          </a:schemeClr>
        </a:solidFill>
      </dgm:spPr>
      <dgm:t>
        <a:bodyPr/>
        <a:lstStyle/>
        <a:p>
          <a:r>
            <a:rPr lang="es-ES" dirty="0">
              <a:solidFill>
                <a:schemeClr val="tx1"/>
              </a:solidFill>
            </a:rPr>
            <a:t>Simulación de una nueva pandemia con modelos de ecuaciones diferenciales</a:t>
          </a:r>
          <a:endParaRPr lang="en-US" dirty="0">
            <a:solidFill>
              <a:schemeClr val="tx1"/>
            </a:solidFill>
          </a:endParaRPr>
        </a:p>
      </dgm:t>
    </dgm:pt>
    <dgm:pt modelId="{4FD02486-905A-4957-9469-F4AC1701843E}" type="parTrans" cxnId="{2F5161D8-10E6-4206-95D0-FE340B0CAA63}">
      <dgm:prSet/>
      <dgm:spPr/>
      <dgm:t>
        <a:bodyPr/>
        <a:lstStyle/>
        <a:p>
          <a:endParaRPr lang="en-US">
            <a:solidFill>
              <a:schemeClr val="tx1"/>
            </a:solidFill>
          </a:endParaRPr>
        </a:p>
      </dgm:t>
    </dgm:pt>
    <dgm:pt modelId="{A5BFFFF7-9AA9-46E7-AB64-115CBFDDE2FB}" type="sibTrans" cxnId="{2F5161D8-10E6-4206-95D0-FE340B0CAA63}">
      <dgm:prSet/>
      <dgm:spPr/>
      <dgm:t>
        <a:bodyPr/>
        <a:lstStyle/>
        <a:p>
          <a:endParaRPr lang="en-US">
            <a:solidFill>
              <a:schemeClr val="tx1"/>
            </a:solidFill>
          </a:endParaRPr>
        </a:p>
      </dgm:t>
    </dgm:pt>
    <dgm:pt modelId="{40CD6D87-C14F-40A7-9AE4-EDED15275102}">
      <dgm:prSet/>
      <dgm:spPr>
        <a:solidFill>
          <a:schemeClr val="accent6">
            <a:lumMod val="40000"/>
            <a:lumOff val="60000"/>
          </a:schemeClr>
        </a:solidFill>
      </dgm:spPr>
      <dgm:t>
        <a:bodyPr/>
        <a:lstStyle/>
        <a:p>
          <a:r>
            <a:rPr lang="es-ES">
              <a:solidFill>
                <a:schemeClr val="tx1"/>
              </a:solidFill>
            </a:rPr>
            <a:t>Encontrar el modelo predictivo idóneo</a:t>
          </a:r>
          <a:endParaRPr lang="en-US">
            <a:solidFill>
              <a:schemeClr val="tx1"/>
            </a:solidFill>
          </a:endParaRPr>
        </a:p>
      </dgm:t>
    </dgm:pt>
    <dgm:pt modelId="{6F232F65-ED81-44AA-AFA5-7140B6656B9E}" type="parTrans" cxnId="{FD9BD801-8705-4347-8696-565E11D590C1}">
      <dgm:prSet/>
      <dgm:spPr/>
      <dgm:t>
        <a:bodyPr/>
        <a:lstStyle/>
        <a:p>
          <a:endParaRPr lang="en-US">
            <a:solidFill>
              <a:schemeClr val="tx1"/>
            </a:solidFill>
          </a:endParaRPr>
        </a:p>
      </dgm:t>
    </dgm:pt>
    <dgm:pt modelId="{D75BFEE2-2629-4B23-9CF5-026A0F6434AB}" type="sibTrans" cxnId="{FD9BD801-8705-4347-8696-565E11D590C1}">
      <dgm:prSet/>
      <dgm:spPr/>
      <dgm:t>
        <a:bodyPr/>
        <a:lstStyle/>
        <a:p>
          <a:endParaRPr lang="en-US">
            <a:solidFill>
              <a:schemeClr val="tx1"/>
            </a:solidFill>
          </a:endParaRPr>
        </a:p>
      </dgm:t>
    </dgm:pt>
    <dgm:pt modelId="{BE0D341D-EB02-465F-A81E-2796C56D8E9B}">
      <dgm:prSet/>
      <dgm:spPr>
        <a:solidFill>
          <a:schemeClr val="accent6">
            <a:lumMod val="40000"/>
            <a:lumOff val="60000"/>
          </a:schemeClr>
        </a:solidFill>
      </dgm:spPr>
      <dgm:t>
        <a:bodyPr/>
        <a:lstStyle/>
        <a:p>
          <a:r>
            <a:rPr lang="es-ES" dirty="0">
              <a:solidFill>
                <a:schemeClr val="tx1"/>
              </a:solidFill>
            </a:rPr>
            <a:t>Aplicar el modelo entrenado a los nuevos datos de casos generados</a:t>
          </a:r>
          <a:endParaRPr lang="en-US" dirty="0">
            <a:solidFill>
              <a:schemeClr val="tx1"/>
            </a:solidFill>
          </a:endParaRPr>
        </a:p>
      </dgm:t>
    </dgm:pt>
    <dgm:pt modelId="{CC9D3F72-09DE-420B-8959-3CF02520B105}" type="parTrans" cxnId="{78439BE5-3905-4F28-9B0A-80C55CD37D90}">
      <dgm:prSet/>
      <dgm:spPr/>
      <dgm:t>
        <a:bodyPr/>
        <a:lstStyle/>
        <a:p>
          <a:endParaRPr lang="en-US">
            <a:solidFill>
              <a:schemeClr val="tx1"/>
            </a:solidFill>
          </a:endParaRPr>
        </a:p>
      </dgm:t>
    </dgm:pt>
    <dgm:pt modelId="{911EA3DF-1675-4AEF-B088-CE265C036956}" type="sibTrans" cxnId="{78439BE5-3905-4F28-9B0A-80C55CD37D90}">
      <dgm:prSet/>
      <dgm:spPr/>
      <dgm:t>
        <a:bodyPr/>
        <a:lstStyle/>
        <a:p>
          <a:endParaRPr lang="en-US">
            <a:solidFill>
              <a:schemeClr val="tx1"/>
            </a:solidFill>
          </a:endParaRPr>
        </a:p>
      </dgm:t>
    </dgm:pt>
    <dgm:pt modelId="{0A871CFB-90DD-4CA8-9AE8-F9F8B5CDF5B6}">
      <dgm:prSet/>
      <dgm:spPr>
        <a:solidFill>
          <a:schemeClr val="accent6">
            <a:lumMod val="40000"/>
            <a:lumOff val="60000"/>
          </a:schemeClr>
        </a:solidFill>
      </dgm:spPr>
      <dgm:t>
        <a:bodyPr/>
        <a:lstStyle/>
        <a:p>
          <a:r>
            <a:rPr lang="es-ES" dirty="0">
              <a:solidFill>
                <a:schemeClr val="tx1"/>
              </a:solidFill>
            </a:rPr>
            <a:t>Extraer conclusiones de los resultados de las predicciones</a:t>
          </a:r>
          <a:endParaRPr lang="en-US" dirty="0">
            <a:solidFill>
              <a:schemeClr val="tx1"/>
            </a:solidFill>
          </a:endParaRPr>
        </a:p>
      </dgm:t>
    </dgm:pt>
    <dgm:pt modelId="{FDDDBF42-827E-481F-8D5C-FF43FEBC12ED}" type="parTrans" cxnId="{D87A5504-7537-4E4D-9834-186A3066ED73}">
      <dgm:prSet/>
      <dgm:spPr/>
      <dgm:t>
        <a:bodyPr/>
        <a:lstStyle/>
        <a:p>
          <a:endParaRPr lang="en-US">
            <a:solidFill>
              <a:schemeClr val="tx1"/>
            </a:solidFill>
          </a:endParaRPr>
        </a:p>
      </dgm:t>
    </dgm:pt>
    <dgm:pt modelId="{66A9BAB8-9CAB-4C6D-AE49-A7DBD7C626A1}" type="sibTrans" cxnId="{D87A5504-7537-4E4D-9834-186A3066ED73}">
      <dgm:prSet/>
      <dgm:spPr/>
      <dgm:t>
        <a:bodyPr/>
        <a:lstStyle/>
        <a:p>
          <a:endParaRPr lang="en-US">
            <a:solidFill>
              <a:schemeClr val="tx1"/>
            </a:solidFill>
          </a:endParaRPr>
        </a:p>
      </dgm:t>
    </dgm:pt>
    <dgm:pt modelId="{B057AB9F-5C1E-5947-B286-FBF800C90113}" type="pres">
      <dgm:prSet presAssocID="{5B0FADBA-A5B2-44E6-8946-855DB8473216}" presName="Name0" presStyleCnt="0">
        <dgm:presLayoutVars>
          <dgm:dir/>
          <dgm:resizeHandles val="exact"/>
        </dgm:presLayoutVars>
      </dgm:prSet>
      <dgm:spPr/>
    </dgm:pt>
    <dgm:pt modelId="{F84B7032-E4BE-4744-B7D2-BD6F1029A950}" type="pres">
      <dgm:prSet presAssocID="{8786C0C4-4D23-4335-A395-72E33D18A188}" presName="node" presStyleLbl="node1" presStyleIdx="0" presStyleCnt="6">
        <dgm:presLayoutVars>
          <dgm:bulletEnabled val="1"/>
        </dgm:presLayoutVars>
      </dgm:prSet>
      <dgm:spPr/>
    </dgm:pt>
    <dgm:pt modelId="{69304C9C-7882-184F-9F54-DC5532CEEEBF}" type="pres">
      <dgm:prSet presAssocID="{754AAAED-70E7-455F-B9B1-F500462294AC}" presName="sibTrans" presStyleLbl="sibTrans1D1" presStyleIdx="0" presStyleCnt="5"/>
      <dgm:spPr/>
    </dgm:pt>
    <dgm:pt modelId="{3BF8C339-BF5E-D64D-A61F-12348880748E}" type="pres">
      <dgm:prSet presAssocID="{754AAAED-70E7-455F-B9B1-F500462294AC}" presName="connectorText" presStyleLbl="sibTrans1D1" presStyleIdx="0" presStyleCnt="5"/>
      <dgm:spPr/>
    </dgm:pt>
    <dgm:pt modelId="{D9C2B107-FB1D-A343-97A2-C04560A8715F}" type="pres">
      <dgm:prSet presAssocID="{EE7B8714-7963-46DC-83D6-E01337132639}" presName="node" presStyleLbl="node1" presStyleIdx="1" presStyleCnt="6">
        <dgm:presLayoutVars>
          <dgm:bulletEnabled val="1"/>
        </dgm:presLayoutVars>
      </dgm:prSet>
      <dgm:spPr/>
    </dgm:pt>
    <dgm:pt modelId="{C781FE29-42DA-6E4E-B1D6-4D99ED4D507A}" type="pres">
      <dgm:prSet presAssocID="{1E3F15CA-AB78-4C83-9A0D-176A4147A888}" presName="sibTrans" presStyleLbl="sibTrans1D1" presStyleIdx="1" presStyleCnt="5"/>
      <dgm:spPr/>
    </dgm:pt>
    <dgm:pt modelId="{CD4CDC15-0B67-DA45-A637-471F79818F48}" type="pres">
      <dgm:prSet presAssocID="{1E3F15CA-AB78-4C83-9A0D-176A4147A888}" presName="connectorText" presStyleLbl="sibTrans1D1" presStyleIdx="1" presStyleCnt="5"/>
      <dgm:spPr/>
    </dgm:pt>
    <dgm:pt modelId="{9C0C7F70-3629-2E41-9906-B37DE060AFDC}" type="pres">
      <dgm:prSet presAssocID="{AB0F5FDA-7237-469F-B938-B21D286138B7}" presName="node" presStyleLbl="node1" presStyleIdx="2" presStyleCnt="6">
        <dgm:presLayoutVars>
          <dgm:bulletEnabled val="1"/>
        </dgm:presLayoutVars>
      </dgm:prSet>
      <dgm:spPr/>
    </dgm:pt>
    <dgm:pt modelId="{5DECD08D-66D2-F249-8EF5-A627401AFA7A}" type="pres">
      <dgm:prSet presAssocID="{A5BFFFF7-9AA9-46E7-AB64-115CBFDDE2FB}" presName="sibTrans" presStyleLbl="sibTrans1D1" presStyleIdx="2" presStyleCnt="5"/>
      <dgm:spPr/>
    </dgm:pt>
    <dgm:pt modelId="{7DCD21B9-C336-B44A-94B8-C5BA8834F780}" type="pres">
      <dgm:prSet presAssocID="{A5BFFFF7-9AA9-46E7-AB64-115CBFDDE2FB}" presName="connectorText" presStyleLbl="sibTrans1D1" presStyleIdx="2" presStyleCnt="5"/>
      <dgm:spPr/>
    </dgm:pt>
    <dgm:pt modelId="{0DCC0A00-AFE8-7447-A14B-3C67EA8FF3C0}" type="pres">
      <dgm:prSet presAssocID="{40CD6D87-C14F-40A7-9AE4-EDED15275102}" presName="node" presStyleLbl="node1" presStyleIdx="3" presStyleCnt="6">
        <dgm:presLayoutVars>
          <dgm:bulletEnabled val="1"/>
        </dgm:presLayoutVars>
      </dgm:prSet>
      <dgm:spPr/>
    </dgm:pt>
    <dgm:pt modelId="{C124F918-7B2A-A94B-A1C8-82DC5F655048}" type="pres">
      <dgm:prSet presAssocID="{D75BFEE2-2629-4B23-9CF5-026A0F6434AB}" presName="sibTrans" presStyleLbl="sibTrans1D1" presStyleIdx="3" presStyleCnt="5"/>
      <dgm:spPr/>
    </dgm:pt>
    <dgm:pt modelId="{3B3041B3-AF08-004E-BE18-54595D014979}" type="pres">
      <dgm:prSet presAssocID="{D75BFEE2-2629-4B23-9CF5-026A0F6434AB}" presName="connectorText" presStyleLbl="sibTrans1D1" presStyleIdx="3" presStyleCnt="5"/>
      <dgm:spPr/>
    </dgm:pt>
    <dgm:pt modelId="{EF7A3984-34D5-4A42-ACA9-B65E5151C4BC}" type="pres">
      <dgm:prSet presAssocID="{BE0D341D-EB02-465F-A81E-2796C56D8E9B}" presName="node" presStyleLbl="node1" presStyleIdx="4" presStyleCnt="6">
        <dgm:presLayoutVars>
          <dgm:bulletEnabled val="1"/>
        </dgm:presLayoutVars>
      </dgm:prSet>
      <dgm:spPr/>
    </dgm:pt>
    <dgm:pt modelId="{BE6C8083-A028-0041-BC25-BA2ACD998F46}" type="pres">
      <dgm:prSet presAssocID="{911EA3DF-1675-4AEF-B088-CE265C036956}" presName="sibTrans" presStyleLbl="sibTrans1D1" presStyleIdx="4" presStyleCnt="5"/>
      <dgm:spPr/>
    </dgm:pt>
    <dgm:pt modelId="{A3A888FF-1CD6-9646-BBAD-0E13569A7425}" type="pres">
      <dgm:prSet presAssocID="{911EA3DF-1675-4AEF-B088-CE265C036956}" presName="connectorText" presStyleLbl="sibTrans1D1" presStyleIdx="4" presStyleCnt="5"/>
      <dgm:spPr/>
    </dgm:pt>
    <dgm:pt modelId="{8BB73857-7A3A-E74E-AC36-3FBD77BC57CB}" type="pres">
      <dgm:prSet presAssocID="{0A871CFB-90DD-4CA8-9AE8-F9F8B5CDF5B6}" presName="node" presStyleLbl="node1" presStyleIdx="5" presStyleCnt="6">
        <dgm:presLayoutVars>
          <dgm:bulletEnabled val="1"/>
        </dgm:presLayoutVars>
      </dgm:prSet>
      <dgm:spPr/>
    </dgm:pt>
  </dgm:ptLst>
  <dgm:cxnLst>
    <dgm:cxn modelId="{FD9BD801-8705-4347-8696-565E11D590C1}" srcId="{5B0FADBA-A5B2-44E6-8946-855DB8473216}" destId="{40CD6D87-C14F-40A7-9AE4-EDED15275102}" srcOrd="3" destOrd="0" parTransId="{6F232F65-ED81-44AA-AFA5-7140B6656B9E}" sibTransId="{D75BFEE2-2629-4B23-9CF5-026A0F6434AB}"/>
    <dgm:cxn modelId="{D87A5504-7537-4E4D-9834-186A3066ED73}" srcId="{5B0FADBA-A5B2-44E6-8946-855DB8473216}" destId="{0A871CFB-90DD-4CA8-9AE8-F9F8B5CDF5B6}" srcOrd="5" destOrd="0" parTransId="{FDDDBF42-827E-481F-8D5C-FF43FEBC12ED}" sibTransId="{66A9BAB8-9CAB-4C6D-AE49-A7DBD7C626A1}"/>
    <dgm:cxn modelId="{5D6E5806-E5A1-B249-9DA6-CD1EC1C47C25}" type="presOf" srcId="{911EA3DF-1675-4AEF-B088-CE265C036956}" destId="{A3A888FF-1CD6-9646-BBAD-0E13569A7425}" srcOrd="1" destOrd="0" presId="urn:microsoft.com/office/officeart/2016/7/layout/RepeatingBendingProcessNew"/>
    <dgm:cxn modelId="{BBE96B24-A735-1B4F-AEB0-9E6EE5CDC6AF}" type="presOf" srcId="{8786C0C4-4D23-4335-A395-72E33D18A188}" destId="{F84B7032-E4BE-4744-B7D2-BD6F1029A950}" srcOrd="0" destOrd="0" presId="urn:microsoft.com/office/officeart/2016/7/layout/RepeatingBendingProcessNew"/>
    <dgm:cxn modelId="{7E58E02B-E47E-6B4F-BE01-45CD80381E5A}" type="presOf" srcId="{D75BFEE2-2629-4B23-9CF5-026A0F6434AB}" destId="{C124F918-7B2A-A94B-A1C8-82DC5F655048}" srcOrd="0" destOrd="0" presId="urn:microsoft.com/office/officeart/2016/7/layout/RepeatingBendingProcessNew"/>
    <dgm:cxn modelId="{BE8AC92C-D1A2-4649-9839-FC4018CB320D}" type="presOf" srcId="{EE7B8714-7963-46DC-83D6-E01337132639}" destId="{D9C2B107-FB1D-A343-97A2-C04560A8715F}" srcOrd="0" destOrd="0" presId="urn:microsoft.com/office/officeart/2016/7/layout/RepeatingBendingProcessNew"/>
    <dgm:cxn modelId="{76A0A25C-8B9D-284C-ACD8-C7486F6CCCB3}" type="presOf" srcId="{1E3F15CA-AB78-4C83-9A0D-176A4147A888}" destId="{C781FE29-42DA-6E4E-B1D6-4D99ED4D507A}" srcOrd="0" destOrd="0" presId="urn:microsoft.com/office/officeart/2016/7/layout/RepeatingBendingProcessNew"/>
    <dgm:cxn modelId="{E5C4A35E-A645-42DC-B816-59140530E063}" srcId="{5B0FADBA-A5B2-44E6-8946-855DB8473216}" destId="{8786C0C4-4D23-4335-A395-72E33D18A188}" srcOrd="0" destOrd="0" parTransId="{E7573D60-B6F6-4631-B8AA-3EBF11B93661}" sibTransId="{754AAAED-70E7-455F-B9B1-F500462294AC}"/>
    <dgm:cxn modelId="{DF3B0267-A8DC-D441-84E8-FC06ACC1B011}" type="presOf" srcId="{AB0F5FDA-7237-469F-B938-B21D286138B7}" destId="{9C0C7F70-3629-2E41-9906-B37DE060AFDC}" srcOrd="0" destOrd="0" presId="urn:microsoft.com/office/officeart/2016/7/layout/RepeatingBendingProcessNew"/>
    <dgm:cxn modelId="{F65CCC6C-09E7-9C47-9B00-EAC091C73967}" type="presOf" srcId="{911EA3DF-1675-4AEF-B088-CE265C036956}" destId="{BE6C8083-A028-0041-BC25-BA2ACD998F46}" srcOrd="0" destOrd="0" presId="urn:microsoft.com/office/officeart/2016/7/layout/RepeatingBendingProcessNew"/>
    <dgm:cxn modelId="{0C1EF873-A5F5-4DD6-9062-BEBA07852276}" srcId="{5B0FADBA-A5B2-44E6-8946-855DB8473216}" destId="{EE7B8714-7963-46DC-83D6-E01337132639}" srcOrd="1" destOrd="0" parTransId="{D9B2317F-9F5F-4DEA-AB86-41D2BE499D4A}" sibTransId="{1E3F15CA-AB78-4C83-9A0D-176A4147A888}"/>
    <dgm:cxn modelId="{1A6F3B7E-96DD-BC4D-9377-326D85723F37}" type="presOf" srcId="{A5BFFFF7-9AA9-46E7-AB64-115CBFDDE2FB}" destId="{5DECD08D-66D2-F249-8EF5-A627401AFA7A}" srcOrd="0" destOrd="0" presId="urn:microsoft.com/office/officeart/2016/7/layout/RepeatingBendingProcessNew"/>
    <dgm:cxn modelId="{22981E8E-F705-9242-AB1A-91D40317C830}" type="presOf" srcId="{A5BFFFF7-9AA9-46E7-AB64-115CBFDDE2FB}" destId="{7DCD21B9-C336-B44A-94B8-C5BA8834F780}" srcOrd="1" destOrd="0" presId="urn:microsoft.com/office/officeart/2016/7/layout/RepeatingBendingProcessNew"/>
    <dgm:cxn modelId="{55A28094-2150-A34B-A371-D1B58F4BD7DB}" type="presOf" srcId="{0A871CFB-90DD-4CA8-9AE8-F9F8B5CDF5B6}" destId="{8BB73857-7A3A-E74E-AC36-3FBD77BC57CB}" srcOrd="0" destOrd="0" presId="urn:microsoft.com/office/officeart/2016/7/layout/RepeatingBendingProcessNew"/>
    <dgm:cxn modelId="{C4EF0E98-8421-D84F-9F0F-A2E4B2F7CDDB}" type="presOf" srcId="{754AAAED-70E7-455F-B9B1-F500462294AC}" destId="{3BF8C339-BF5E-D64D-A61F-12348880748E}" srcOrd="1" destOrd="0" presId="urn:microsoft.com/office/officeart/2016/7/layout/RepeatingBendingProcessNew"/>
    <dgm:cxn modelId="{E60956AC-5606-2042-B2E6-2C35A45F6E2F}" type="presOf" srcId="{5B0FADBA-A5B2-44E6-8946-855DB8473216}" destId="{B057AB9F-5C1E-5947-B286-FBF800C90113}" srcOrd="0" destOrd="0" presId="urn:microsoft.com/office/officeart/2016/7/layout/RepeatingBendingProcessNew"/>
    <dgm:cxn modelId="{E70BADBA-4DB5-BB47-A2C6-8A76B4975483}" type="presOf" srcId="{1E3F15CA-AB78-4C83-9A0D-176A4147A888}" destId="{CD4CDC15-0B67-DA45-A637-471F79818F48}" srcOrd="1" destOrd="0" presId="urn:microsoft.com/office/officeart/2016/7/layout/RepeatingBendingProcessNew"/>
    <dgm:cxn modelId="{9664E6D2-2E66-9046-9FFA-DDC9556968F5}" type="presOf" srcId="{BE0D341D-EB02-465F-A81E-2796C56D8E9B}" destId="{EF7A3984-34D5-4A42-ACA9-B65E5151C4BC}" srcOrd="0" destOrd="0" presId="urn:microsoft.com/office/officeart/2016/7/layout/RepeatingBendingProcessNew"/>
    <dgm:cxn modelId="{D7DFE7D4-C49F-2B48-8F76-B188092F60E6}" type="presOf" srcId="{754AAAED-70E7-455F-B9B1-F500462294AC}" destId="{69304C9C-7882-184F-9F54-DC5532CEEEBF}" srcOrd="0" destOrd="0" presId="urn:microsoft.com/office/officeart/2016/7/layout/RepeatingBendingProcessNew"/>
    <dgm:cxn modelId="{2F5161D8-10E6-4206-95D0-FE340B0CAA63}" srcId="{5B0FADBA-A5B2-44E6-8946-855DB8473216}" destId="{AB0F5FDA-7237-469F-B938-B21D286138B7}" srcOrd="2" destOrd="0" parTransId="{4FD02486-905A-4957-9469-F4AC1701843E}" sibTransId="{A5BFFFF7-9AA9-46E7-AB64-115CBFDDE2FB}"/>
    <dgm:cxn modelId="{9BB473DE-4FFF-B34C-9789-99DC0BF01C5F}" type="presOf" srcId="{D75BFEE2-2629-4B23-9CF5-026A0F6434AB}" destId="{3B3041B3-AF08-004E-BE18-54595D014979}" srcOrd="1" destOrd="0" presId="urn:microsoft.com/office/officeart/2016/7/layout/RepeatingBendingProcessNew"/>
    <dgm:cxn modelId="{78439BE5-3905-4F28-9B0A-80C55CD37D90}" srcId="{5B0FADBA-A5B2-44E6-8946-855DB8473216}" destId="{BE0D341D-EB02-465F-A81E-2796C56D8E9B}" srcOrd="4" destOrd="0" parTransId="{CC9D3F72-09DE-420B-8959-3CF02520B105}" sibTransId="{911EA3DF-1675-4AEF-B088-CE265C036956}"/>
    <dgm:cxn modelId="{CF3116FE-DA8B-4645-89B2-49517D1D6069}" type="presOf" srcId="{40CD6D87-C14F-40A7-9AE4-EDED15275102}" destId="{0DCC0A00-AFE8-7447-A14B-3C67EA8FF3C0}" srcOrd="0" destOrd="0" presId="urn:microsoft.com/office/officeart/2016/7/layout/RepeatingBendingProcessNew"/>
    <dgm:cxn modelId="{7D4C84ED-1E3E-6F4E-AC42-21714DE09F26}" type="presParOf" srcId="{B057AB9F-5C1E-5947-B286-FBF800C90113}" destId="{F84B7032-E4BE-4744-B7D2-BD6F1029A950}" srcOrd="0" destOrd="0" presId="urn:microsoft.com/office/officeart/2016/7/layout/RepeatingBendingProcessNew"/>
    <dgm:cxn modelId="{2DB6641A-E25A-F645-AA07-0904249DA7E8}" type="presParOf" srcId="{B057AB9F-5C1E-5947-B286-FBF800C90113}" destId="{69304C9C-7882-184F-9F54-DC5532CEEEBF}" srcOrd="1" destOrd="0" presId="urn:microsoft.com/office/officeart/2016/7/layout/RepeatingBendingProcessNew"/>
    <dgm:cxn modelId="{64B5C9E0-FAFF-8645-BD26-6191C68464C0}" type="presParOf" srcId="{69304C9C-7882-184F-9F54-DC5532CEEEBF}" destId="{3BF8C339-BF5E-D64D-A61F-12348880748E}" srcOrd="0" destOrd="0" presId="urn:microsoft.com/office/officeart/2016/7/layout/RepeatingBendingProcessNew"/>
    <dgm:cxn modelId="{B8C02EEA-2CD9-E44C-9B4C-B39EA3E6004E}" type="presParOf" srcId="{B057AB9F-5C1E-5947-B286-FBF800C90113}" destId="{D9C2B107-FB1D-A343-97A2-C04560A8715F}" srcOrd="2" destOrd="0" presId="urn:microsoft.com/office/officeart/2016/7/layout/RepeatingBendingProcessNew"/>
    <dgm:cxn modelId="{6743B558-C41B-D444-BF31-FD0627F37687}" type="presParOf" srcId="{B057AB9F-5C1E-5947-B286-FBF800C90113}" destId="{C781FE29-42DA-6E4E-B1D6-4D99ED4D507A}" srcOrd="3" destOrd="0" presId="urn:microsoft.com/office/officeart/2016/7/layout/RepeatingBendingProcessNew"/>
    <dgm:cxn modelId="{59F25866-DB70-5545-97CC-8DDE917B8344}" type="presParOf" srcId="{C781FE29-42DA-6E4E-B1D6-4D99ED4D507A}" destId="{CD4CDC15-0B67-DA45-A637-471F79818F48}" srcOrd="0" destOrd="0" presId="urn:microsoft.com/office/officeart/2016/7/layout/RepeatingBendingProcessNew"/>
    <dgm:cxn modelId="{4984DC25-BB3D-F041-8CEA-AFF4F0D9B7CE}" type="presParOf" srcId="{B057AB9F-5C1E-5947-B286-FBF800C90113}" destId="{9C0C7F70-3629-2E41-9906-B37DE060AFDC}" srcOrd="4" destOrd="0" presId="urn:microsoft.com/office/officeart/2016/7/layout/RepeatingBendingProcessNew"/>
    <dgm:cxn modelId="{94F2B80E-E89B-894D-9DA1-665672D65F70}" type="presParOf" srcId="{B057AB9F-5C1E-5947-B286-FBF800C90113}" destId="{5DECD08D-66D2-F249-8EF5-A627401AFA7A}" srcOrd="5" destOrd="0" presId="urn:microsoft.com/office/officeart/2016/7/layout/RepeatingBendingProcessNew"/>
    <dgm:cxn modelId="{5A290392-CA1D-9645-95C2-CE2DBE8BBA4A}" type="presParOf" srcId="{5DECD08D-66D2-F249-8EF5-A627401AFA7A}" destId="{7DCD21B9-C336-B44A-94B8-C5BA8834F780}" srcOrd="0" destOrd="0" presId="urn:microsoft.com/office/officeart/2016/7/layout/RepeatingBendingProcessNew"/>
    <dgm:cxn modelId="{4F99C75F-5201-CC4D-BABF-E4A08E3A9592}" type="presParOf" srcId="{B057AB9F-5C1E-5947-B286-FBF800C90113}" destId="{0DCC0A00-AFE8-7447-A14B-3C67EA8FF3C0}" srcOrd="6" destOrd="0" presId="urn:microsoft.com/office/officeart/2016/7/layout/RepeatingBendingProcessNew"/>
    <dgm:cxn modelId="{BA3F0EB6-7253-E849-AF7A-98D9D37BAB59}" type="presParOf" srcId="{B057AB9F-5C1E-5947-B286-FBF800C90113}" destId="{C124F918-7B2A-A94B-A1C8-82DC5F655048}" srcOrd="7" destOrd="0" presId="urn:microsoft.com/office/officeart/2016/7/layout/RepeatingBendingProcessNew"/>
    <dgm:cxn modelId="{2B5E4B58-DE5E-DD48-AC58-187815EA3D81}" type="presParOf" srcId="{C124F918-7B2A-A94B-A1C8-82DC5F655048}" destId="{3B3041B3-AF08-004E-BE18-54595D014979}" srcOrd="0" destOrd="0" presId="urn:microsoft.com/office/officeart/2016/7/layout/RepeatingBendingProcessNew"/>
    <dgm:cxn modelId="{9E2AB8DA-45B4-CA47-8043-002F454CE085}" type="presParOf" srcId="{B057AB9F-5C1E-5947-B286-FBF800C90113}" destId="{EF7A3984-34D5-4A42-ACA9-B65E5151C4BC}" srcOrd="8" destOrd="0" presId="urn:microsoft.com/office/officeart/2016/7/layout/RepeatingBendingProcessNew"/>
    <dgm:cxn modelId="{C7DCBE33-801E-6840-A71B-6C095F57A145}" type="presParOf" srcId="{B057AB9F-5C1E-5947-B286-FBF800C90113}" destId="{BE6C8083-A028-0041-BC25-BA2ACD998F46}" srcOrd="9" destOrd="0" presId="urn:microsoft.com/office/officeart/2016/7/layout/RepeatingBendingProcessNew"/>
    <dgm:cxn modelId="{3EF05F3E-40D3-2449-BFAB-76B1F5AEF724}" type="presParOf" srcId="{BE6C8083-A028-0041-BC25-BA2ACD998F46}" destId="{A3A888FF-1CD6-9646-BBAD-0E13569A7425}" srcOrd="0" destOrd="0" presId="urn:microsoft.com/office/officeart/2016/7/layout/RepeatingBendingProcessNew"/>
    <dgm:cxn modelId="{599DADDC-70EB-2F4A-8798-394B37A0FE75}" type="presParOf" srcId="{B057AB9F-5C1E-5947-B286-FBF800C90113}" destId="{8BB73857-7A3A-E74E-AC36-3FBD77BC57CB}" srcOrd="10" destOrd="0" presId="urn:microsoft.com/office/officeart/2016/7/layout/RepeatingBendingProcessNew"/>
  </dgm:cxnLst>
  <dgm:bg>
    <a:noFill/>
  </dgm:bg>
  <dgm:whole>
    <a:ln>
      <a:solidFill>
        <a:schemeClr val="accent6">
          <a:lumMod val="20000"/>
          <a:lumOff val="80000"/>
        </a:schemeClr>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B0FADBA-A5B2-44E6-8946-855DB8473216}" type="doc">
      <dgm:prSet loTypeId="urn:microsoft.com/office/officeart/2016/7/layout/RepeatingBendingProcessNew" loCatId="process" qsTypeId="urn:microsoft.com/office/officeart/2005/8/quickstyle/simple2" qsCatId="simple" csTypeId="urn:microsoft.com/office/officeart/2005/8/colors/accent6_2" csCatId="accent6" phldr="1"/>
      <dgm:spPr/>
      <dgm:t>
        <a:bodyPr/>
        <a:lstStyle/>
        <a:p>
          <a:endParaRPr lang="en-US"/>
        </a:p>
      </dgm:t>
    </dgm:pt>
    <dgm:pt modelId="{8786C0C4-4D23-4335-A395-72E33D18A188}">
      <dgm:prSet/>
      <dgm:spPr>
        <a:solidFill>
          <a:schemeClr val="accent6">
            <a:lumMod val="40000"/>
            <a:lumOff val="60000"/>
          </a:schemeClr>
        </a:solidFill>
      </dgm:spPr>
      <dgm:t>
        <a:bodyPr/>
        <a:lstStyle/>
        <a:p>
          <a:r>
            <a:rPr lang="es-ES" dirty="0">
              <a:solidFill>
                <a:schemeClr val="tx1"/>
              </a:solidFill>
            </a:rPr>
            <a:t>Recopilación de datos históricos</a:t>
          </a:r>
          <a:endParaRPr lang="en-US" dirty="0">
            <a:solidFill>
              <a:schemeClr val="tx1"/>
            </a:solidFill>
          </a:endParaRPr>
        </a:p>
      </dgm:t>
    </dgm:pt>
    <dgm:pt modelId="{E7573D60-B6F6-4631-B8AA-3EBF11B93661}" type="parTrans" cxnId="{E5C4A35E-A645-42DC-B816-59140530E063}">
      <dgm:prSet/>
      <dgm:spPr/>
      <dgm:t>
        <a:bodyPr/>
        <a:lstStyle/>
        <a:p>
          <a:endParaRPr lang="en-US">
            <a:solidFill>
              <a:schemeClr val="tx1"/>
            </a:solidFill>
          </a:endParaRPr>
        </a:p>
      </dgm:t>
    </dgm:pt>
    <dgm:pt modelId="{754AAAED-70E7-455F-B9B1-F500462294AC}" type="sibTrans" cxnId="{E5C4A35E-A645-42DC-B816-59140530E063}">
      <dgm:prSet/>
      <dgm:spPr/>
      <dgm:t>
        <a:bodyPr/>
        <a:lstStyle/>
        <a:p>
          <a:endParaRPr lang="en-US">
            <a:solidFill>
              <a:schemeClr val="tx1"/>
            </a:solidFill>
          </a:endParaRPr>
        </a:p>
      </dgm:t>
    </dgm:pt>
    <dgm:pt modelId="{EE7B8714-7963-46DC-83D6-E01337132639}">
      <dgm:prSet/>
      <dgm:spPr>
        <a:solidFill>
          <a:schemeClr val="accent6">
            <a:lumMod val="75000"/>
          </a:schemeClr>
        </a:solidFill>
      </dgm:spPr>
      <dgm:t>
        <a:bodyPr/>
        <a:lstStyle/>
        <a:p>
          <a:r>
            <a:rPr lang="es-ES" dirty="0">
              <a:solidFill>
                <a:schemeClr val="tx1"/>
              </a:solidFill>
            </a:rPr>
            <a:t>Selección de los productos relacionados con la pandemia </a:t>
          </a:r>
          <a:endParaRPr lang="en-US" dirty="0">
            <a:solidFill>
              <a:schemeClr val="tx1"/>
            </a:solidFill>
          </a:endParaRPr>
        </a:p>
      </dgm:t>
    </dgm:pt>
    <dgm:pt modelId="{D9B2317F-9F5F-4DEA-AB86-41D2BE499D4A}" type="parTrans" cxnId="{0C1EF873-A5F5-4DD6-9062-BEBA07852276}">
      <dgm:prSet/>
      <dgm:spPr/>
      <dgm:t>
        <a:bodyPr/>
        <a:lstStyle/>
        <a:p>
          <a:endParaRPr lang="en-US">
            <a:solidFill>
              <a:schemeClr val="tx1"/>
            </a:solidFill>
          </a:endParaRPr>
        </a:p>
      </dgm:t>
    </dgm:pt>
    <dgm:pt modelId="{1E3F15CA-AB78-4C83-9A0D-176A4147A888}" type="sibTrans" cxnId="{0C1EF873-A5F5-4DD6-9062-BEBA07852276}">
      <dgm:prSet/>
      <dgm:spPr/>
      <dgm:t>
        <a:bodyPr/>
        <a:lstStyle/>
        <a:p>
          <a:endParaRPr lang="en-US">
            <a:solidFill>
              <a:schemeClr val="tx1"/>
            </a:solidFill>
          </a:endParaRPr>
        </a:p>
      </dgm:t>
    </dgm:pt>
    <dgm:pt modelId="{AB0F5FDA-7237-469F-B938-B21D286138B7}">
      <dgm:prSet/>
      <dgm:spPr>
        <a:solidFill>
          <a:schemeClr val="accent6">
            <a:lumMod val="40000"/>
            <a:lumOff val="60000"/>
          </a:schemeClr>
        </a:solidFill>
      </dgm:spPr>
      <dgm:t>
        <a:bodyPr/>
        <a:lstStyle/>
        <a:p>
          <a:r>
            <a:rPr lang="es-ES" dirty="0">
              <a:solidFill>
                <a:schemeClr val="tx1"/>
              </a:solidFill>
            </a:rPr>
            <a:t>Simulación de una nueva pandemia con modelos de ecuaciones diferenciales</a:t>
          </a:r>
          <a:endParaRPr lang="en-US" dirty="0">
            <a:solidFill>
              <a:schemeClr val="tx1"/>
            </a:solidFill>
          </a:endParaRPr>
        </a:p>
      </dgm:t>
    </dgm:pt>
    <dgm:pt modelId="{4FD02486-905A-4957-9469-F4AC1701843E}" type="parTrans" cxnId="{2F5161D8-10E6-4206-95D0-FE340B0CAA63}">
      <dgm:prSet/>
      <dgm:spPr/>
      <dgm:t>
        <a:bodyPr/>
        <a:lstStyle/>
        <a:p>
          <a:endParaRPr lang="en-US">
            <a:solidFill>
              <a:schemeClr val="tx1"/>
            </a:solidFill>
          </a:endParaRPr>
        </a:p>
      </dgm:t>
    </dgm:pt>
    <dgm:pt modelId="{A5BFFFF7-9AA9-46E7-AB64-115CBFDDE2FB}" type="sibTrans" cxnId="{2F5161D8-10E6-4206-95D0-FE340B0CAA63}">
      <dgm:prSet/>
      <dgm:spPr/>
      <dgm:t>
        <a:bodyPr/>
        <a:lstStyle/>
        <a:p>
          <a:endParaRPr lang="en-US">
            <a:solidFill>
              <a:schemeClr val="tx1"/>
            </a:solidFill>
          </a:endParaRPr>
        </a:p>
      </dgm:t>
    </dgm:pt>
    <dgm:pt modelId="{40CD6D87-C14F-40A7-9AE4-EDED15275102}">
      <dgm:prSet/>
      <dgm:spPr>
        <a:solidFill>
          <a:schemeClr val="accent6">
            <a:lumMod val="40000"/>
            <a:lumOff val="60000"/>
          </a:schemeClr>
        </a:solidFill>
      </dgm:spPr>
      <dgm:t>
        <a:bodyPr/>
        <a:lstStyle/>
        <a:p>
          <a:r>
            <a:rPr lang="es-ES">
              <a:solidFill>
                <a:schemeClr val="tx1"/>
              </a:solidFill>
            </a:rPr>
            <a:t>Encontrar el modelo predictivo idóneo</a:t>
          </a:r>
          <a:endParaRPr lang="en-US">
            <a:solidFill>
              <a:schemeClr val="tx1"/>
            </a:solidFill>
          </a:endParaRPr>
        </a:p>
      </dgm:t>
    </dgm:pt>
    <dgm:pt modelId="{6F232F65-ED81-44AA-AFA5-7140B6656B9E}" type="parTrans" cxnId="{FD9BD801-8705-4347-8696-565E11D590C1}">
      <dgm:prSet/>
      <dgm:spPr/>
      <dgm:t>
        <a:bodyPr/>
        <a:lstStyle/>
        <a:p>
          <a:endParaRPr lang="en-US">
            <a:solidFill>
              <a:schemeClr val="tx1"/>
            </a:solidFill>
          </a:endParaRPr>
        </a:p>
      </dgm:t>
    </dgm:pt>
    <dgm:pt modelId="{D75BFEE2-2629-4B23-9CF5-026A0F6434AB}" type="sibTrans" cxnId="{FD9BD801-8705-4347-8696-565E11D590C1}">
      <dgm:prSet/>
      <dgm:spPr/>
      <dgm:t>
        <a:bodyPr/>
        <a:lstStyle/>
        <a:p>
          <a:endParaRPr lang="en-US">
            <a:solidFill>
              <a:schemeClr val="tx1"/>
            </a:solidFill>
          </a:endParaRPr>
        </a:p>
      </dgm:t>
    </dgm:pt>
    <dgm:pt modelId="{BE0D341D-EB02-465F-A81E-2796C56D8E9B}">
      <dgm:prSet/>
      <dgm:spPr>
        <a:solidFill>
          <a:schemeClr val="accent6">
            <a:lumMod val="40000"/>
            <a:lumOff val="60000"/>
          </a:schemeClr>
        </a:solidFill>
      </dgm:spPr>
      <dgm:t>
        <a:bodyPr/>
        <a:lstStyle/>
        <a:p>
          <a:r>
            <a:rPr lang="es-ES" dirty="0">
              <a:solidFill>
                <a:schemeClr val="tx1"/>
              </a:solidFill>
            </a:rPr>
            <a:t>Aplicar el modelo entrenado a los nuevos datos de casos generados</a:t>
          </a:r>
          <a:endParaRPr lang="en-US" dirty="0">
            <a:solidFill>
              <a:schemeClr val="tx1"/>
            </a:solidFill>
          </a:endParaRPr>
        </a:p>
      </dgm:t>
    </dgm:pt>
    <dgm:pt modelId="{CC9D3F72-09DE-420B-8959-3CF02520B105}" type="parTrans" cxnId="{78439BE5-3905-4F28-9B0A-80C55CD37D90}">
      <dgm:prSet/>
      <dgm:spPr/>
      <dgm:t>
        <a:bodyPr/>
        <a:lstStyle/>
        <a:p>
          <a:endParaRPr lang="en-US">
            <a:solidFill>
              <a:schemeClr val="tx1"/>
            </a:solidFill>
          </a:endParaRPr>
        </a:p>
      </dgm:t>
    </dgm:pt>
    <dgm:pt modelId="{911EA3DF-1675-4AEF-B088-CE265C036956}" type="sibTrans" cxnId="{78439BE5-3905-4F28-9B0A-80C55CD37D90}">
      <dgm:prSet/>
      <dgm:spPr/>
      <dgm:t>
        <a:bodyPr/>
        <a:lstStyle/>
        <a:p>
          <a:endParaRPr lang="en-US">
            <a:solidFill>
              <a:schemeClr val="tx1"/>
            </a:solidFill>
          </a:endParaRPr>
        </a:p>
      </dgm:t>
    </dgm:pt>
    <dgm:pt modelId="{0A871CFB-90DD-4CA8-9AE8-F9F8B5CDF5B6}">
      <dgm:prSet/>
      <dgm:spPr>
        <a:solidFill>
          <a:schemeClr val="accent6">
            <a:lumMod val="40000"/>
            <a:lumOff val="60000"/>
          </a:schemeClr>
        </a:solidFill>
      </dgm:spPr>
      <dgm:t>
        <a:bodyPr/>
        <a:lstStyle/>
        <a:p>
          <a:r>
            <a:rPr lang="es-ES" dirty="0">
              <a:solidFill>
                <a:schemeClr val="tx1"/>
              </a:solidFill>
            </a:rPr>
            <a:t>Extraer conclusiones de los resultados de las predicciones</a:t>
          </a:r>
          <a:endParaRPr lang="en-US" dirty="0">
            <a:solidFill>
              <a:schemeClr val="tx1"/>
            </a:solidFill>
          </a:endParaRPr>
        </a:p>
      </dgm:t>
    </dgm:pt>
    <dgm:pt modelId="{FDDDBF42-827E-481F-8D5C-FF43FEBC12ED}" type="parTrans" cxnId="{D87A5504-7537-4E4D-9834-186A3066ED73}">
      <dgm:prSet/>
      <dgm:spPr/>
      <dgm:t>
        <a:bodyPr/>
        <a:lstStyle/>
        <a:p>
          <a:endParaRPr lang="en-US">
            <a:solidFill>
              <a:schemeClr val="tx1"/>
            </a:solidFill>
          </a:endParaRPr>
        </a:p>
      </dgm:t>
    </dgm:pt>
    <dgm:pt modelId="{66A9BAB8-9CAB-4C6D-AE49-A7DBD7C626A1}" type="sibTrans" cxnId="{D87A5504-7537-4E4D-9834-186A3066ED73}">
      <dgm:prSet/>
      <dgm:spPr/>
      <dgm:t>
        <a:bodyPr/>
        <a:lstStyle/>
        <a:p>
          <a:endParaRPr lang="en-US">
            <a:solidFill>
              <a:schemeClr val="tx1"/>
            </a:solidFill>
          </a:endParaRPr>
        </a:p>
      </dgm:t>
    </dgm:pt>
    <dgm:pt modelId="{B057AB9F-5C1E-5947-B286-FBF800C90113}" type="pres">
      <dgm:prSet presAssocID="{5B0FADBA-A5B2-44E6-8946-855DB8473216}" presName="Name0" presStyleCnt="0">
        <dgm:presLayoutVars>
          <dgm:dir/>
          <dgm:resizeHandles val="exact"/>
        </dgm:presLayoutVars>
      </dgm:prSet>
      <dgm:spPr/>
    </dgm:pt>
    <dgm:pt modelId="{F84B7032-E4BE-4744-B7D2-BD6F1029A950}" type="pres">
      <dgm:prSet presAssocID="{8786C0C4-4D23-4335-A395-72E33D18A188}" presName="node" presStyleLbl="node1" presStyleIdx="0" presStyleCnt="6">
        <dgm:presLayoutVars>
          <dgm:bulletEnabled val="1"/>
        </dgm:presLayoutVars>
      </dgm:prSet>
      <dgm:spPr/>
    </dgm:pt>
    <dgm:pt modelId="{69304C9C-7882-184F-9F54-DC5532CEEEBF}" type="pres">
      <dgm:prSet presAssocID="{754AAAED-70E7-455F-B9B1-F500462294AC}" presName="sibTrans" presStyleLbl="sibTrans1D1" presStyleIdx="0" presStyleCnt="5"/>
      <dgm:spPr/>
    </dgm:pt>
    <dgm:pt modelId="{3BF8C339-BF5E-D64D-A61F-12348880748E}" type="pres">
      <dgm:prSet presAssocID="{754AAAED-70E7-455F-B9B1-F500462294AC}" presName="connectorText" presStyleLbl="sibTrans1D1" presStyleIdx="0" presStyleCnt="5"/>
      <dgm:spPr/>
    </dgm:pt>
    <dgm:pt modelId="{D9C2B107-FB1D-A343-97A2-C04560A8715F}" type="pres">
      <dgm:prSet presAssocID="{EE7B8714-7963-46DC-83D6-E01337132639}" presName="node" presStyleLbl="node1" presStyleIdx="1" presStyleCnt="6">
        <dgm:presLayoutVars>
          <dgm:bulletEnabled val="1"/>
        </dgm:presLayoutVars>
      </dgm:prSet>
      <dgm:spPr/>
    </dgm:pt>
    <dgm:pt modelId="{C781FE29-42DA-6E4E-B1D6-4D99ED4D507A}" type="pres">
      <dgm:prSet presAssocID="{1E3F15CA-AB78-4C83-9A0D-176A4147A888}" presName="sibTrans" presStyleLbl="sibTrans1D1" presStyleIdx="1" presStyleCnt="5"/>
      <dgm:spPr/>
    </dgm:pt>
    <dgm:pt modelId="{CD4CDC15-0B67-DA45-A637-471F79818F48}" type="pres">
      <dgm:prSet presAssocID="{1E3F15CA-AB78-4C83-9A0D-176A4147A888}" presName="connectorText" presStyleLbl="sibTrans1D1" presStyleIdx="1" presStyleCnt="5"/>
      <dgm:spPr/>
    </dgm:pt>
    <dgm:pt modelId="{9C0C7F70-3629-2E41-9906-B37DE060AFDC}" type="pres">
      <dgm:prSet presAssocID="{AB0F5FDA-7237-469F-B938-B21D286138B7}" presName="node" presStyleLbl="node1" presStyleIdx="2" presStyleCnt="6">
        <dgm:presLayoutVars>
          <dgm:bulletEnabled val="1"/>
        </dgm:presLayoutVars>
      </dgm:prSet>
      <dgm:spPr/>
    </dgm:pt>
    <dgm:pt modelId="{5DECD08D-66D2-F249-8EF5-A627401AFA7A}" type="pres">
      <dgm:prSet presAssocID="{A5BFFFF7-9AA9-46E7-AB64-115CBFDDE2FB}" presName="sibTrans" presStyleLbl="sibTrans1D1" presStyleIdx="2" presStyleCnt="5"/>
      <dgm:spPr/>
    </dgm:pt>
    <dgm:pt modelId="{7DCD21B9-C336-B44A-94B8-C5BA8834F780}" type="pres">
      <dgm:prSet presAssocID="{A5BFFFF7-9AA9-46E7-AB64-115CBFDDE2FB}" presName="connectorText" presStyleLbl="sibTrans1D1" presStyleIdx="2" presStyleCnt="5"/>
      <dgm:spPr/>
    </dgm:pt>
    <dgm:pt modelId="{0DCC0A00-AFE8-7447-A14B-3C67EA8FF3C0}" type="pres">
      <dgm:prSet presAssocID="{40CD6D87-C14F-40A7-9AE4-EDED15275102}" presName="node" presStyleLbl="node1" presStyleIdx="3" presStyleCnt="6">
        <dgm:presLayoutVars>
          <dgm:bulletEnabled val="1"/>
        </dgm:presLayoutVars>
      </dgm:prSet>
      <dgm:spPr/>
    </dgm:pt>
    <dgm:pt modelId="{C124F918-7B2A-A94B-A1C8-82DC5F655048}" type="pres">
      <dgm:prSet presAssocID="{D75BFEE2-2629-4B23-9CF5-026A0F6434AB}" presName="sibTrans" presStyleLbl="sibTrans1D1" presStyleIdx="3" presStyleCnt="5"/>
      <dgm:spPr/>
    </dgm:pt>
    <dgm:pt modelId="{3B3041B3-AF08-004E-BE18-54595D014979}" type="pres">
      <dgm:prSet presAssocID="{D75BFEE2-2629-4B23-9CF5-026A0F6434AB}" presName="connectorText" presStyleLbl="sibTrans1D1" presStyleIdx="3" presStyleCnt="5"/>
      <dgm:spPr/>
    </dgm:pt>
    <dgm:pt modelId="{EF7A3984-34D5-4A42-ACA9-B65E5151C4BC}" type="pres">
      <dgm:prSet presAssocID="{BE0D341D-EB02-465F-A81E-2796C56D8E9B}" presName="node" presStyleLbl="node1" presStyleIdx="4" presStyleCnt="6">
        <dgm:presLayoutVars>
          <dgm:bulletEnabled val="1"/>
        </dgm:presLayoutVars>
      </dgm:prSet>
      <dgm:spPr/>
    </dgm:pt>
    <dgm:pt modelId="{BE6C8083-A028-0041-BC25-BA2ACD998F46}" type="pres">
      <dgm:prSet presAssocID="{911EA3DF-1675-4AEF-B088-CE265C036956}" presName="sibTrans" presStyleLbl="sibTrans1D1" presStyleIdx="4" presStyleCnt="5"/>
      <dgm:spPr/>
    </dgm:pt>
    <dgm:pt modelId="{A3A888FF-1CD6-9646-BBAD-0E13569A7425}" type="pres">
      <dgm:prSet presAssocID="{911EA3DF-1675-4AEF-B088-CE265C036956}" presName="connectorText" presStyleLbl="sibTrans1D1" presStyleIdx="4" presStyleCnt="5"/>
      <dgm:spPr/>
    </dgm:pt>
    <dgm:pt modelId="{8BB73857-7A3A-E74E-AC36-3FBD77BC57CB}" type="pres">
      <dgm:prSet presAssocID="{0A871CFB-90DD-4CA8-9AE8-F9F8B5CDF5B6}" presName="node" presStyleLbl="node1" presStyleIdx="5" presStyleCnt="6">
        <dgm:presLayoutVars>
          <dgm:bulletEnabled val="1"/>
        </dgm:presLayoutVars>
      </dgm:prSet>
      <dgm:spPr/>
    </dgm:pt>
  </dgm:ptLst>
  <dgm:cxnLst>
    <dgm:cxn modelId="{FD9BD801-8705-4347-8696-565E11D590C1}" srcId="{5B0FADBA-A5B2-44E6-8946-855DB8473216}" destId="{40CD6D87-C14F-40A7-9AE4-EDED15275102}" srcOrd="3" destOrd="0" parTransId="{6F232F65-ED81-44AA-AFA5-7140B6656B9E}" sibTransId="{D75BFEE2-2629-4B23-9CF5-026A0F6434AB}"/>
    <dgm:cxn modelId="{D87A5504-7537-4E4D-9834-186A3066ED73}" srcId="{5B0FADBA-A5B2-44E6-8946-855DB8473216}" destId="{0A871CFB-90DD-4CA8-9AE8-F9F8B5CDF5B6}" srcOrd="5" destOrd="0" parTransId="{FDDDBF42-827E-481F-8D5C-FF43FEBC12ED}" sibTransId="{66A9BAB8-9CAB-4C6D-AE49-A7DBD7C626A1}"/>
    <dgm:cxn modelId="{5D6E5806-E5A1-B249-9DA6-CD1EC1C47C25}" type="presOf" srcId="{911EA3DF-1675-4AEF-B088-CE265C036956}" destId="{A3A888FF-1CD6-9646-BBAD-0E13569A7425}" srcOrd="1" destOrd="0" presId="urn:microsoft.com/office/officeart/2016/7/layout/RepeatingBendingProcessNew"/>
    <dgm:cxn modelId="{BBE96B24-A735-1B4F-AEB0-9E6EE5CDC6AF}" type="presOf" srcId="{8786C0C4-4D23-4335-A395-72E33D18A188}" destId="{F84B7032-E4BE-4744-B7D2-BD6F1029A950}" srcOrd="0" destOrd="0" presId="urn:microsoft.com/office/officeart/2016/7/layout/RepeatingBendingProcessNew"/>
    <dgm:cxn modelId="{7E58E02B-E47E-6B4F-BE01-45CD80381E5A}" type="presOf" srcId="{D75BFEE2-2629-4B23-9CF5-026A0F6434AB}" destId="{C124F918-7B2A-A94B-A1C8-82DC5F655048}" srcOrd="0" destOrd="0" presId="urn:microsoft.com/office/officeart/2016/7/layout/RepeatingBendingProcessNew"/>
    <dgm:cxn modelId="{BE8AC92C-D1A2-4649-9839-FC4018CB320D}" type="presOf" srcId="{EE7B8714-7963-46DC-83D6-E01337132639}" destId="{D9C2B107-FB1D-A343-97A2-C04560A8715F}" srcOrd="0" destOrd="0" presId="urn:microsoft.com/office/officeart/2016/7/layout/RepeatingBendingProcessNew"/>
    <dgm:cxn modelId="{76A0A25C-8B9D-284C-ACD8-C7486F6CCCB3}" type="presOf" srcId="{1E3F15CA-AB78-4C83-9A0D-176A4147A888}" destId="{C781FE29-42DA-6E4E-B1D6-4D99ED4D507A}" srcOrd="0" destOrd="0" presId="urn:microsoft.com/office/officeart/2016/7/layout/RepeatingBendingProcessNew"/>
    <dgm:cxn modelId="{E5C4A35E-A645-42DC-B816-59140530E063}" srcId="{5B0FADBA-A5B2-44E6-8946-855DB8473216}" destId="{8786C0C4-4D23-4335-A395-72E33D18A188}" srcOrd="0" destOrd="0" parTransId="{E7573D60-B6F6-4631-B8AA-3EBF11B93661}" sibTransId="{754AAAED-70E7-455F-B9B1-F500462294AC}"/>
    <dgm:cxn modelId="{DF3B0267-A8DC-D441-84E8-FC06ACC1B011}" type="presOf" srcId="{AB0F5FDA-7237-469F-B938-B21D286138B7}" destId="{9C0C7F70-3629-2E41-9906-B37DE060AFDC}" srcOrd="0" destOrd="0" presId="urn:microsoft.com/office/officeart/2016/7/layout/RepeatingBendingProcessNew"/>
    <dgm:cxn modelId="{F65CCC6C-09E7-9C47-9B00-EAC091C73967}" type="presOf" srcId="{911EA3DF-1675-4AEF-B088-CE265C036956}" destId="{BE6C8083-A028-0041-BC25-BA2ACD998F46}" srcOrd="0" destOrd="0" presId="urn:microsoft.com/office/officeart/2016/7/layout/RepeatingBendingProcessNew"/>
    <dgm:cxn modelId="{0C1EF873-A5F5-4DD6-9062-BEBA07852276}" srcId="{5B0FADBA-A5B2-44E6-8946-855DB8473216}" destId="{EE7B8714-7963-46DC-83D6-E01337132639}" srcOrd="1" destOrd="0" parTransId="{D9B2317F-9F5F-4DEA-AB86-41D2BE499D4A}" sibTransId="{1E3F15CA-AB78-4C83-9A0D-176A4147A888}"/>
    <dgm:cxn modelId="{1A6F3B7E-96DD-BC4D-9377-326D85723F37}" type="presOf" srcId="{A5BFFFF7-9AA9-46E7-AB64-115CBFDDE2FB}" destId="{5DECD08D-66D2-F249-8EF5-A627401AFA7A}" srcOrd="0" destOrd="0" presId="urn:microsoft.com/office/officeart/2016/7/layout/RepeatingBendingProcessNew"/>
    <dgm:cxn modelId="{22981E8E-F705-9242-AB1A-91D40317C830}" type="presOf" srcId="{A5BFFFF7-9AA9-46E7-AB64-115CBFDDE2FB}" destId="{7DCD21B9-C336-B44A-94B8-C5BA8834F780}" srcOrd="1" destOrd="0" presId="urn:microsoft.com/office/officeart/2016/7/layout/RepeatingBendingProcessNew"/>
    <dgm:cxn modelId="{55A28094-2150-A34B-A371-D1B58F4BD7DB}" type="presOf" srcId="{0A871CFB-90DD-4CA8-9AE8-F9F8B5CDF5B6}" destId="{8BB73857-7A3A-E74E-AC36-3FBD77BC57CB}" srcOrd="0" destOrd="0" presId="urn:microsoft.com/office/officeart/2016/7/layout/RepeatingBendingProcessNew"/>
    <dgm:cxn modelId="{C4EF0E98-8421-D84F-9F0F-A2E4B2F7CDDB}" type="presOf" srcId="{754AAAED-70E7-455F-B9B1-F500462294AC}" destId="{3BF8C339-BF5E-D64D-A61F-12348880748E}" srcOrd="1" destOrd="0" presId="urn:microsoft.com/office/officeart/2016/7/layout/RepeatingBendingProcessNew"/>
    <dgm:cxn modelId="{E60956AC-5606-2042-B2E6-2C35A45F6E2F}" type="presOf" srcId="{5B0FADBA-A5B2-44E6-8946-855DB8473216}" destId="{B057AB9F-5C1E-5947-B286-FBF800C90113}" srcOrd="0" destOrd="0" presId="urn:microsoft.com/office/officeart/2016/7/layout/RepeatingBendingProcessNew"/>
    <dgm:cxn modelId="{E70BADBA-4DB5-BB47-A2C6-8A76B4975483}" type="presOf" srcId="{1E3F15CA-AB78-4C83-9A0D-176A4147A888}" destId="{CD4CDC15-0B67-DA45-A637-471F79818F48}" srcOrd="1" destOrd="0" presId="urn:microsoft.com/office/officeart/2016/7/layout/RepeatingBendingProcessNew"/>
    <dgm:cxn modelId="{9664E6D2-2E66-9046-9FFA-DDC9556968F5}" type="presOf" srcId="{BE0D341D-EB02-465F-A81E-2796C56D8E9B}" destId="{EF7A3984-34D5-4A42-ACA9-B65E5151C4BC}" srcOrd="0" destOrd="0" presId="urn:microsoft.com/office/officeart/2016/7/layout/RepeatingBendingProcessNew"/>
    <dgm:cxn modelId="{D7DFE7D4-C49F-2B48-8F76-B188092F60E6}" type="presOf" srcId="{754AAAED-70E7-455F-B9B1-F500462294AC}" destId="{69304C9C-7882-184F-9F54-DC5532CEEEBF}" srcOrd="0" destOrd="0" presId="urn:microsoft.com/office/officeart/2016/7/layout/RepeatingBendingProcessNew"/>
    <dgm:cxn modelId="{2F5161D8-10E6-4206-95D0-FE340B0CAA63}" srcId="{5B0FADBA-A5B2-44E6-8946-855DB8473216}" destId="{AB0F5FDA-7237-469F-B938-B21D286138B7}" srcOrd="2" destOrd="0" parTransId="{4FD02486-905A-4957-9469-F4AC1701843E}" sibTransId="{A5BFFFF7-9AA9-46E7-AB64-115CBFDDE2FB}"/>
    <dgm:cxn modelId="{9BB473DE-4FFF-B34C-9789-99DC0BF01C5F}" type="presOf" srcId="{D75BFEE2-2629-4B23-9CF5-026A0F6434AB}" destId="{3B3041B3-AF08-004E-BE18-54595D014979}" srcOrd="1" destOrd="0" presId="urn:microsoft.com/office/officeart/2016/7/layout/RepeatingBendingProcessNew"/>
    <dgm:cxn modelId="{78439BE5-3905-4F28-9B0A-80C55CD37D90}" srcId="{5B0FADBA-A5B2-44E6-8946-855DB8473216}" destId="{BE0D341D-EB02-465F-A81E-2796C56D8E9B}" srcOrd="4" destOrd="0" parTransId="{CC9D3F72-09DE-420B-8959-3CF02520B105}" sibTransId="{911EA3DF-1675-4AEF-B088-CE265C036956}"/>
    <dgm:cxn modelId="{CF3116FE-DA8B-4645-89B2-49517D1D6069}" type="presOf" srcId="{40CD6D87-C14F-40A7-9AE4-EDED15275102}" destId="{0DCC0A00-AFE8-7447-A14B-3C67EA8FF3C0}" srcOrd="0" destOrd="0" presId="urn:microsoft.com/office/officeart/2016/7/layout/RepeatingBendingProcessNew"/>
    <dgm:cxn modelId="{7D4C84ED-1E3E-6F4E-AC42-21714DE09F26}" type="presParOf" srcId="{B057AB9F-5C1E-5947-B286-FBF800C90113}" destId="{F84B7032-E4BE-4744-B7D2-BD6F1029A950}" srcOrd="0" destOrd="0" presId="urn:microsoft.com/office/officeart/2016/7/layout/RepeatingBendingProcessNew"/>
    <dgm:cxn modelId="{2DB6641A-E25A-F645-AA07-0904249DA7E8}" type="presParOf" srcId="{B057AB9F-5C1E-5947-B286-FBF800C90113}" destId="{69304C9C-7882-184F-9F54-DC5532CEEEBF}" srcOrd="1" destOrd="0" presId="urn:microsoft.com/office/officeart/2016/7/layout/RepeatingBendingProcessNew"/>
    <dgm:cxn modelId="{64B5C9E0-FAFF-8645-BD26-6191C68464C0}" type="presParOf" srcId="{69304C9C-7882-184F-9F54-DC5532CEEEBF}" destId="{3BF8C339-BF5E-D64D-A61F-12348880748E}" srcOrd="0" destOrd="0" presId="urn:microsoft.com/office/officeart/2016/7/layout/RepeatingBendingProcessNew"/>
    <dgm:cxn modelId="{B8C02EEA-2CD9-E44C-9B4C-B39EA3E6004E}" type="presParOf" srcId="{B057AB9F-5C1E-5947-B286-FBF800C90113}" destId="{D9C2B107-FB1D-A343-97A2-C04560A8715F}" srcOrd="2" destOrd="0" presId="urn:microsoft.com/office/officeart/2016/7/layout/RepeatingBendingProcessNew"/>
    <dgm:cxn modelId="{6743B558-C41B-D444-BF31-FD0627F37687}" type="presParOf" srcId="{B057AB9F-5C1E-5947-B286-FBF800C90113}" destId="{C781FE29-42DA-6E4E-B1D6-4D99ED4D507A}" srcOrd="3" destOrd="0" presId="urn:microsoft.com/office/officeart/2016/7/layout/RepeatingBendingProcessNew"/>
    <dgm:cxn modelId="{59F25866-DB70-5545-97CC-8DDE917B8344}" type="presParOf" srcId="{C781FE29-42DA-6E4E-B1D6-4D99ED4D507A}" destId="{CD4CDC15-0B67-DA45-A637-471F79818F48}" srcOrd="0" destOrd="0" presId="urn:microsoft.com/office/officeart/2016/7/layout/RepeatingBendingProcessNew"/>
    <dgm:cxn modelId="{4984DC25-BB3D-F041-8CEA-AFF4F0D9B7CE}" type="presParOf" srcId="{B057AB9F-5C1E-5947-B286-FBF800C90113}" destId="{9C0C7F70-3629-2E41-9906-B37DE060AFDC}" srcOrd="4" destOrd="0" presId="urn:microsoft.com/office/officeart/2016/7/layout/RepeatingBendingProcessNew"/>
    <dgm:cxn modelId="{94F2B80E-E89B-894D-9DA1-665672D65F70}" type="presParOf" srcId="{B057AB9F-5C1E-5947-B286-FBF800C90113}" destId="{5DECD08D-66D2-F249-8EF5-A627401AFA7A}" srcOrd="5" destOrd="0" presId="urn:microsoft.com/office/officeart/2016/7/layout/RepeatingBendingProcessNew"/>
    <dgm:cxn modelId="{5A290392-CA1D-9645-95C2-CE2DBE8BBA4A}" type="presParOf" srcId="{5DECD08D-66D2-F249-8EF5-A627401AFA7A}" destId="{7DCD21B9-C336-B44A-94B8-C5BA8834F780}" srcOrd="0" destOrd="0" presId="urn:microsoft.com/office/officeart/2016/7/layout/RepeatingBendingProcessNew"/>
    <dgm:cxn modelId="{4F99C75F-5201-CC4D-BABF-E4A08E3A9592}" type="presParOf" srcId="{B057AB9F-5C1E-5947-B286-FBF800C90113}" destId="{0DCC0A00-AFE8-7447-A14B-3C67EA8FF3C0}" srcOrd="6" destOrd="0" presId="urn:microsoft.com/office/officeart/2016/7/layout/RepeatingBendingProcessNew"/>
    <dgm:cxn modelId="{BA3F0EB6-7253-E849-AF7A-98D9D37BAB59}" type="presParOf" srcId="{B057AB9F-5C1E-5947-B286-FBF800C90113}" destId="{C124F918-7B2A-A94B-A1C8-82DC5F655048}" srcOrd="7" destOrd="0" presId="urn:microsoft.com/office/officeart/2016/7/layout/RepeatingBendingProcessNew"/>
    <dgm:cxn modelId="{2B5E4B58-DE5E-DD48-AC58-187815EA3D81}" type="presParOf" srcId="{C124F918-7B2A-A94B-A1C8-82DC5F655048}" destId="{3B3041B3-AF08-004E-BE18-54595D014979}" srcOrd="0" destOrd="0" presId="urn:microsoft.com/office/officeart/2016/7/layout/RepeatingBendingProcessNew"/>
    <dgm:cxn modelId="{9E2AB8DA-45B4-CA47-8043-002F454CE085}" type="presParOf" srcId="{B057AB9F-5C1E-5947-B286-FBF800C90113}" destId="{EF7A3984-34D5-4A42-ACA9-B65E5151C4BC}" srcOrd="8" destOrd="0" presId="urn:microsoft.com/office/officeart/2016/7/layout/RepeatingBendingProcessNew"/>
    <dgm:cxn modelId="{C7DCBE33-801E-6840-A71B-6C095F57A145}" type="presParOf" srcId="{B057AB9F-5C1E-5947-B286-FBF800C90113}" destId="{BE6C8083-A028-0041-BC25-BA2ACD998F46}" srcOrd="9" destOrd="0" presId="urn:microsoft.com/office/officeart/2016/7/layout/RepeatingBendingProcessNew"/>
    <dgm:cxn modelId="{3EF05F3E-40D3-2449-BFAB-76B1F5AEF724}" type="presParOf" srcId="{BE6C8083-A028-0041-BC25-BA2ACD998F46}" destId="{A3A888FF-1CD6-9646-BBAD-0E13569A7425}" srcOrd="0" destOrd="0" presId="urn:microsoft.com/office/officeart/2016/7/layout/RepeatingBendingProcessNew"/>
    <dgm:cxn modelId="{599DADDC-70EB-2F4A-8798-394B37A0FE75}" type="presParOf" srcId="{B057AB9F-5C1E-5947-B286-FBF800C90113}" destId="{8BB73857-7A3A-E74E-AC36-3FBD77BC57CB}" srcOrd="10" destOrd="0" presId="urn:microsoft.com/office/officeart/2016/7/layout/RepeatingBendingProcessNew"/>
  </dgm:cxnLst>
  <dgm:bg>
    <a:noFill/>
  </dgm:bg>
  <dgm:whole>
    <a:ln>
      <a:solidFill>
        <a:schemeClr val="accent6">
          <a:lumMod val="20000"/>
          <a:lumOff val="80000"/>
        </a:schemeClr>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B0FADBA-A5B2-44E6-8946-855DB8473216}" type="doc">
      <dgm:prSet loTypeId="urn:microsoft.com/office/officeart/2016/7/layout/RepeatingBendingProcessNew" loCatId="process" qsTypeId="urn:microsoft.com/office/officeart/2005/8/quickstyle/simple2" qsCatId="simple" csTypeId="urn:microsoft.com/office/officeart/2005/8/colors/accent6_2" csCatId="accent6" phldr="1"/>
      <dgm:spPr/>
      <dgm:t>
        <a:bodyPr/>
        <a:lstStyle/>
        <a:p>
          <a:endParaRPr lang="en-US"/>
        </a:p>
      </dgm:t>
    </dgm:pt>
    <dgm:pt modelId="{8786C0C4-4D23-4335-A395-72E33D18A188}">
      <dgm:prSet/>
      <dgm:spPr>
        <a:solidFill>
          <a:schemeClr val="accent6">
            <a:lumMod val="40000"/>
            <a:lumOff val="60000"/>
          </a:schemeClr>
        </a:solidFill>
      </dgm:spPr>
      <dgm:t>
        <a:bodyPr/>
        <a:lstStyle/>
        <a:p>
          <a:r>
            <a:rPr lang="es-ES" dirty="0">
              <a:solidFill>
                <a:schemeClr val="tx1"/>
              </a:solidFill>
            </a:rPr>
            <a:t>Recopilación de </a:t>
          </a:r>
          <a:r>
            <a:rPr lang="es-ES">
              <a:solidFill>
                <a:schemeClr val="tx1"/>
              </a:solidFill>
            </a:rPr>
            <a:t>datos históricos</a:t>
          </a:r>
          <a:endParaRPr lang="en-US" dirty="0">
            <a:solidFill>
              <a:schemeClr val="tx1"/>
            </a:solidFill>
          </a:endParaRPr>
        </a:p>
      </dgm:t>
    </dgm:pt>
    <dgm:pt modelId="{E7573D60-B6F6-4631-B8AA-3EBF11B93661}" type="parTrans" cxnId="{E5C4A35E-A645-42DC-B816-59140530E063}">
      <dgm:prSet/>
      <dgm:spPr/>
      <dgm:t>
        <a:bodyPr/>
        <a:lstStyle/>
        <a:p>
          <a:endParaRPr lang="en-US">
            <a:solidFill>
              <a:schemeClr val="tx1"/>
            </a:solidFill>
          </a:endParaRPr>
        </a:p>
      </dgm:t>
    </dgm:pt>
    <dgm:pt modelId="{754AAAED-70E7-455F-B9B1-F500462294AC}" type="sibTrans" cxnId="{E5C4A35E-A645-42DC-B816-59140530E063}">
      <dgm:prSet/>
      <dgm:spPr/>
      <dgm:t>
        <a:bodyPr/>
        <a:lstStyle/>
        <a:p>
          <a:endParaRPr lang="en-US">
            <a:solidFill>
              <a:schemeClr val="tx1"/>
            </a:solidFill>
          </a:endParaRPr>
        </a:p>
      </dgm:t>
    </dgm:pt>
    <dgm:pt modelId="{EE7B8714-7963-46DC-83D6-E01337132639}">
      <dgm:prSet/>
      <dgm:spPr>
        <a:solidFill>
          <a:schemeClr val="accent6">
            <a:lumMod val="40000"/>
            <a:lumOff val="60000"/>
          </a:schemeClr>
        </a:solidFill>
      </dgm:spPr>
      <dgm:t>
        <a:bodyPr/>
        <a:lstStyle/>
        <a:p>
          <a:r>
            <a:rPr lang="es-ES" dirty="0">
              <a:solidFill>
                <a:schemeClr val="tx1"/>
              </a:solidFill>
            </a:rPr>
            <a:t>Selección de los productos relacionados con la pandemia </a:t>
          </a:r>
          <a:endParaRPr lang="en-US" dirty="0">
            <a:solidFill>
              <a:schemeClr val="tx1"/>
            </a:solidFill>
          </a:endParaRPr>
        </a:p>
      </dgm:t>
    </dgm:pt>
    <dgm:pt modelId="{D9B2317F-9F5F-4DEA-AB86-41D2BE499D4A}" type="parTrans" cxnId="{0C1EF873-A5F5-4DD6-9062-BEBA07852276}">
      <dgm:prSet/>
      <dgm:spPr/>
      <dgm:t>
        <a:bodyPr/>
        <a:lstStyle/>
        <a:p>
          <a:endParaRPr lang="en-US">
            <a:solidFill>
              <a:schemeClr val="tx1"/>
            </a:solidFill>
          </a:endParaRPr>
        </a:p>
      </dgm:t>
    </dgm:pt>
    <dgm:pt modelId="{1E3F15CA-AB78-4C83-9A0D-176A4147A888}" type="sibTrans" cxnId="{0C1EF873-A5F5-4DD6-9062-BEBA07852276}">
      <dgm:prSet/>
      <dgm:spPr/>
      <dgm:t>
        <a:bodyPr/>
        <a:lstStyle/>
        <a:p>
          <a:endParaRPr lang="en-US">
            <a:solidFill>
              <a:schemeClr val="tx1"/>
            </a:solidFill>
          </a:endParaRPr>
        </a:p>
      </dgm:t>
    </dgm:pt>
    <dgm:pt modelId="{AB0F5FDA-7237-469F-B938-B21D286138B7}">
      <dgm:prSet/>
      <dgm:spPr>
        <a:solidFill>
          <a:schemeClr val="accent6">
            <a:lumMod val="75000"/>
          </a:schemeClr>
        </a:solidFill>
      </dgm:spPr>
      <dgm:t>
        <a:bodyPr/>
        <a:lstStyle/>
        <a:p>
          <a:r>
            <a:rPr lang="es-ES" dirty="0">
              <a:solidFill>
                <a:schemeClr val="tx1"/>
              </a:solidFill>
            </a:rPr>
            <a:t>Simulación de una nueva pandemia con modelos de ecuaciones diferenciales</a:t>
          </a:r>
          <a:endParaRPr lang="en-US" dirty="0">
            <a:solidFill>
              <a:schemeClr val="tx1"/>
            </a:solidFill>
          </a:endParaRPr>
        </a:p>
      </dgm:t>
    </dgm:pt>
    <dgm:pt modelId="{4FD02486-905A-4957-9469-F4AC1701843E}" type="parTrans" cxnId="{2F5161D8-10E6-4206-95D0-FE340B0CAA63}">
      <dgm:prSet/>
      <dgm:spPr/>
      <dgm:t>
        <a:bodyPr/>
        <a:lstStyle/>
        <a:p>
          <a:endParaRPr lang="en-US">
            <a:solidFill>
              <a:schemeClr val="tx1"/>
            </a:solidFill>
          </a:endParaRPr>
        </a:p>
      </dgm:t>
    </dgm:pt>
    <dgm:pt modelId="{A5BFFFF7-9AA9-46E7-AB64-115CBFDDE2FB}" type="sibTrans" cxnId="{2F5161D8-10E6-4206-95D0-FE340B0CAA63}">
      <dgm:prSet/>
      <dgm:spPr/>
      <dgm:t>
        <a:bodyPr/>
        <a:lstStyle/>
        <a:p>
          <a:endParaRPr lang="en-US">
            <a:solidFill>
              <a:schemeClr val="tx1"/>
            </a:solidFill>
          </a:endParaRPr>
        </a:p>
      </dgm:t>
    </dgm:pt>
    <dgm:pt modelId="{40CD6D87-C14F-40A7-9AE4-EDED15275102}">
      <dgm:prSet/>
      <dgm:spPr>
        <a:solidFill>
          <a:schemeClr val="accent6">
            <a:lumMod val="40000"/>
            <a:lumOff val="60000"/>
          </a:schemeClr>
        </a:solidFill>
      </dgm:spPr>
      <dgm:t>
        <a:bodyPr/>
        <a:lstStyle/>
        <a:p>
          <a:r>
            <a:rPr lang="es-ES">
              <a:solidFill>
                <a:schemeClr val="tx1"/>
              </a:solidFill>
            </a:rPr>
            <a:t>Encontrar el modelo predictivo idóneo</a:t>
          </a:r>
          <a:endParaRPr lang="en-US">
            <a:solidFill>
              <a:schemeClr val="tx1"/>
            </a:solidFill>
          </a:endParaRPr>
        </a:p>
      </dgm:t>
    </dgm:pt>
    <dgm:pt modelId="{6F232F65-ED81-44AA-AFA5-7140B6656B9E}" type="parTrans" cxnId="{FD9BD801-8705-4347-8696-565E11D590C1}">
      <dgm:prSet/>
      <dgm:spPr/>
      <dgm:t>
        <a:bodyPr/>
        <a:lstStyle/>
        <a:p>
          <a:endParaRPr lang="en-US">
            <a:solidFill>
              <a:schemeClr val="tx1"/>
            </a:solidFill>
          </a:endParaRPr>
        </a:p>
      </dgm:t>
    </dgm:pt>
    <dgm:pt modelId="{D75BFEE2-2629-4B23-9CF5-026A0F6434AB}" type="sibTrans" cxnId="{FD9BD801-8705-4347-8696-565E11D590C1}">
      <dgm:prSet/>
      <dgm:spPr/>
      <dgm:t>
        <a:bodyPr/>
        <a:lstStyle/>
        <a:p>
          <a:endParaRPr lang="en-US">
            <a:solidFill>
              <a:schemeClr val="tx1"/>
            </a:solidFill>
          </a:endParaRPr>
        </a:p>
      </dgm:t>
    </dgm:pt>
    <dgm:pt modelId="{BE0D341D-EB02-465F-A81E-2796C56D8E9B}">
      <dgm:prSet/>
      <dgm:spPr>
        <a:solidFill>
          <a:schemeClr val="accent6">
            <a:lumMod val="40000"/>
            <a:lumOff val="60000"/>
          </a:schemeClr>
        </a:solidFill>
      </dgm:spPr>
      <dgm:t>
        <a:bodyPr/>
        <a:lstStyle/>
        <a:p>
          <a:r>
            <a:rPr lang="es-ES" dirty="0">
              <a:solidFill>
                <a:schemeClr val="tx1"/>
              </a:solidFill>
            </a:rPr>
            <a:t>Aplicar el modelo entrenado a los nuevos datos de casos generados</a:t>
          </a:r>
          <a:endParaRPr lang="en-US" dirty="0">
            <a:solidFill>
              <a:schemeClr val="tx1"/>
            </a:solidFill>
          </a:endParaRPr>
        </a:p>
      </dgm:t>
    </dgm:pt>
    <dgm:pt modelId="{CC9D3F72-09DE-420B-8959-3CF02520B105}" type="parTrans" cxnId="{78439BE5-3905-4F28-9B0A-80C55CD37D90}">
      <dgm:prSet/>
      <dgm:spPr/>
      <dgm:t>
        <a:bodyPr/>
        <a:lstStyle/>
        <a:p>
          <a:endParaRPr lang="en-US">
            <a:solidFill>
              <a:schemeClr val="tx1"/>
            </a:solidFill>
          </a:endParaRPr>
        </a:p>
      </dgm:t>
    </dgm:pt>
    <dgm:pt modelId="{911EA3DF-1675-4AEF-B088-CE265C036956}" type="sibTrans" cxnId="{78439BE5-3905-4F28-9B0A-80C55CD37D90}">
      <dgm:prSet/>
      <dgm:spPr/>
      <dgm:t>
        <a:bodyPr/>
        <a:lstStyle/>
        <a:p>
          <a:endParaRPr lang="en-US">
            <a:solidFill>
              <a:schemeClr val="tx1"/>
            </a:solidFill>
          </a:endParaRPr>
        </a:p>
      </dgm:t>
    </dgm:pt>
    <dgm:pt modelId="{0A871CFB-90DD-4CA8-9AE8-F9F8B5CDF5B6}">
      <dgm:prSet/>
      <dgm:spPr>
        <a:solidFill>
          <a:schemeClr val="accent6">
            <a:lumMod val="40000"/>
            <a:lumOff val="60000"/>
          </a:schemeClr>
        </a:solidFill>
      </dgm:spPr>
      <dgm:t>
        <a:bodyPr/>
        <a:lstStyle/>
        <a:p>
          <a:r>
            <a:rPr lang="es-ES" dirty="0">
              <a:solidFill>
                <a:schemeClr val="tx1"/>
              </a:solidFill>
            </a:rPr>
            <a:t>Extraer conclusiones de los resultados de las predicciones</a:t>
          </a:r>
          <a:endParaRPr lang="en-US" dirty="0">
            <a:solidFill>
              <a:schemeClr val="tx1"/>
            </a:solidFill>
          </a:endParaRPr>
        </a:p>
      </dgm:t>
    </dgm:pt>
    <dgm:pt modelId="{FDDDBF42-827E-481F-8D5C-FF43FEBC12ED}" type="parTrans" cxnId="{D87A5504-7537-4E4D-9834-186A3066ED73}">
      <dgm:prSet/>
      <dgm:spPr/>
      <dgm:t>
        <a:bodyPr/>
        <a:lstStyle/>
        <a:p>
          <a:endParaRPr lang="en-US">
            <a:solidFill>
              <a:schemeClr val="tx1"/>
            </a:solidFill>
          </a:endParaRPr>
        </a:p>
      </dgm:t>
    </dgm:pt>
    <dgm:pt modelId="{66A9BAB8-9CAB-4C6D-AE49-A7DBD7C626A1}" type="sibTrans" cxnId="{D87A5504-7537-4E4D-9834-186A3066ED73}">
      <dgm:prSet/>
      <dgm:spPr/>
      <dgm:t>
        <a:bodyPr/>
        <a:lstStyle/>
        <a:p>
          <a:endParaRPr lang="en-US">
            <a:solidFill>
              <a:schemeClr val="tx1"/>
            </a:solidFill>
          </a:endParaRPr>
        </a:p>
      </dgm:t>
    </dgm:pt>
    <dgm:pt modelId="{B057AB9F-5C1E-5947-B286-FBF800C90113}" type="pres">
      <dgm:prSet presAssocID="{5B0FADBA-A5B2-44E6-8946-855DB8473216}" presName="Name0" presStyleCnt="0">
        <dgm:presLayoutVars>
          <dgm:dir/>
          <dgm:resizeHandles val="exact"/>
        </dgm:presLayoutVars>
      </dgm:prSet>
      <dgm:spPr/>
    </dgm:pt>
    <dgm:pt modelId="{F84B7032-E4BE-4744-B7D2-BD6F1029A950}" type="pres">
      <dgm:prSet presAssocID="{8786C0C4-4D23-4335-A395-72E33D18A188}" presName="node" presStyleLbl="node1" presStyleIdx="0" presStyleCnt="6">
        <dgm:presLayoutVars>
          <dgm:bulletEnabled val="1"/>
        </dgm:presLayoutVars>
      </dgm:prSet>
      <dgm:spPr/>
    </dgm:pt>
    <dgm:pt modelId="{69304C9C-7882-184F-9F54-DC5532CEEEBF}" type="pres">
      <dgm:prSet presAssocID="{754AAAED-70E7-455F-B9B1-F500462294AC}" presName="sibTrans" presStyleLbl="sibTrans1D1" presStyleIdx="0" presStyleCnt="5"/>
      <dgm:spPr/>
    </dgm:pt>
    <dgm:pt modelId="{3BF8C339-BF5E-D64D-A61F-12348880748E}" type="pres">
      <dgm:prSet presAssocID="{754AAAED-70E7-455F-B9B1-F500462294AC}" presName="connectorText" presStyleLbl="sibTrans1D1" presStyleIdx="0" presStyleCnt="5"/>
      <dgm:spPr/>
    </dgm:pt>
    <dgm:pt modelId="{D9C2B107-FB1D-A343-97A2-C04560A8715F}" type="pres">
      <dgm:prSet presAssocID="{EE7B8714-7963-46DC-83D6-E01337132639}" presName="node" presStyleLbl="node1" presStyleIdx="1" presStyleCnt="6">
        <dgm:presLayoutVars>
          <dgm:bulletEnabled val="1"/>
        </dgm:presLayoutVars>
      </dgm:prSet>
      <dgm:spPr/>
    </dgm:pt>
    <dgm:pt modelId="{C781FE29-42DA-6E4E-B1D6-4D99ED4D507A}" type="pres">
      <dgm:prSet presAssocID="{1E3F15CA-AB78-4C83-9A0D-176A4147A888}" presName="sibTrans" presStyleLbl="sibTrans1D1" presStyleIdx="1" presStyleCnt="5"/>
      <dgm:spPr/>
    </dgm:pt>
    <dgm:pt modelId="{CD4CDC15-0B67-DA45-A637-471F79818F48}" type="pres">
      <dgm:prSet presAssocID="{1E3F15CA-AB78-4C83-9A0D-176A4147A888}" presName="connectorText" presStyleLbl="sibTrans1D1" presStyleIdx="1" presStyleCnt="5"/>
      <dgm:spPr/>
    </dgm:pt>
    <dgm:pt modelId="{9C0C7F70-3629-2E41-9906-B37DE060AFDC}" type="pres">
      <dgm:prSet presAssocID="{AB0F5FDA-7237-469F-B938-B21D286138B7}" presName="node" presStyleLbl="node1" presStyleIdx="2" presStyleCnt="6">
        <dgm:presLayoutVars>
          <dgm:bulletEnabled val="1"/>
        </dgm:presLayoutVars>
      </dgm:prSet>
      <dgm:spPr/>
    </dgm:pt>
    <dgm:pt modelId="{5DECD08D-66D2-F249-8EF5-A627401AFA7A}" type="pres">
      <dgm:prSet presAssocID="{A5BFFFF7-9AA9-46E7-AB64-115CBFDDE2FB}" presName="sibTrans" presStyleLbl="sibTrans1D1" presStyleIdx="2" presStyleCnt="5"/>
      <dgm:spPr/>
    </dgm:pt>
    <dgm:pt modelId="{7DCD21B9-C336-B44A-94B8-C5BA8834F780}" type="pres">
      <dgm:prSet presAssocID="{A5BFFFF7-9AA9-46E7-AB64-115CBFDDE2FB}" presName="connectorText" presStyleLbl="sibTrans1D1" presStyleIdx="2" presStyleCnt="5"/>
      <dgm:spPr/>
    </dgm:pt>
    <dgm:pt modelId="{0DCC0A00-AFE8-7447-A14B-3C67EA8FF3C0}" type="pres">
      <dgm:prSet presAssocID="{40CD6D87-C14F-40A7-9AE4-EDED15275102}" presName="node" presStyleLbl="node1" presStyleIdx="3" presStyleCnt="6">
        <dgm:presLayoutVars>
          <dgm:bulletEnabled val="1"/>
        </dgm:presLayoutVars>
      </dgm:prSet>
      <dgm:spPr/>
    </dgm:pt>
    <dgm:pt modelId="{C124F918-7B2A-A94B-A1C8-82DC5F655048}" type="pres">
      <dgm:prSet presAssocID="{D75BFEE2-2629-4B23-9CF5-026A0F6434AB}" presName="sibTrans" presStyleLbl="sibTrans1D1" presStyleIdx="3" presStyleCnt="5"/>
      <dgm:spPr/>
    </dgm:pt>
    <dgm:pt modelId="{3B3041B3-AF08-004E-BE18-54595D014979}" type="pres">
      <dgm:prSet presAssocID="{D75BFEE2-2629-4B23-9CF5-026A0F6434AB}" presName="connectorText" presStyleLbl="sibTrans1D1" presStyleIdx="3" presStyleCnt="5"/>
      <dgm:spPr/>
    </dgm:pt>
    <dgm:pt modelId="{EF7A3984-34D5-4A42-ACA9-B65E5151C4BC}" type="pres">
      <dgm:prSet presAssocID="{BE0D341D-EB02-465F-A81E-2796C56D8E9B}" presName="node" presStyleLbl="node1" presStyleIdx="4" presStyleCnt="6">
        <dgm:presLayoutVars>
          <dgm:bulletEnabled val="1"/>
        </dgm:presLayoutVars>
      </dgm:prSet>
      <dgm:spPr/>
    </dgm:pt>
    <dgm:pt modelId="{BE6C8083-A028-0041-BC25-BA2ACD998F46}" type="pres">
      <dgm:prSet presAssocID="{911EA3DF-1675-4AEF-B088-CE265C036956}" presName="sibTrans" presStyleLbl="sibTrans1D1" presStyleIdx="4" presStyleCnt="5"/>
      <dgm:spPr/>
    </dgm:pt>
    <dgm:pt modelId="{A3A888FF-1CD6-9646-BBAD-0E13569A7425}" type="pres">
      <dgm:prSet presAssocID="{911EA3DF-1675-4AEF-B088-CE265C036956}" presName="connectorText" presStyleLbl="sibTrans1D1" presStyleIdx="4" presStyleCnt="5"/>
      <dgm:spPr/>
    </dgm:pt>
    <dgm:pt modelId="{8BB73857-7A3A-E74E-AC36-3FBD77BC57CB}" type="pres">
      <dgm:prSet presAssocID="{0A871CFB-90DD-4CA8-9AE8-F9F8B5CDF5B6}" presName="node" presStyleLbl="node1" presStyleIdx="5" presStyleCnt="6">
        <dgm:presLayoutVars>
          <dgm:bulletEnabled val="1"/>
        </dgm:presLayoutVars>
      </dgm:prSet>
      <dgm:spPr/>
    </dgm:pt>
  </dgm:ptLst>
  <dgm:cxnLst>
    <dgm:cxn modelId="{FD9BD801-8705-4347-8696-565E11D590C1}" srcId="{5B0FADBA-A5B2-44E6-8946-855DB8473216}" destId="{40CD6D87-C14F-40A7-9AE4-EDED15275102}" srcOrd="3" destOrd="0" parTransId="{6F232F65-ED81-44AA-AFA5-7140B6656B9E}" sibTransId="{D75BFEE2-2629-4B23-9CF5-026A0F6434AB}"/>
    <dgm:cxn modelId="{D87A5504-7537-4E4D-9834-186A3066ED73}" srcId="{5B0FADBA-A5B2-44E6-8946-855DB8473216}" destId="{0A871CFB-90DD-4CA8-9AE8-F9F8B5CDF5B6}" srcOrd="5" destOrd="0" parTransId="{FDDDBF42-827E-481F-8D5C-FF43FEBC12ED}" sibTransId="{66A9BAB8-9CAB-4C6D-AE49-A7DBD7C626A1}"/>
    <dgm:cxn modelId="{5D6E5806-E5A1-B249-9DA6-CD1EC1C47C25}" type="presOf" srcId="{911EA3DF-1675-4AEF-B088-CE265C036956}" destId="{A3A888FF-1CD6-9646-BBAD-0E13569A7425}" srcOrd="1" destOrd="0" presId="urn:microsoft.com/office/officeart/2016/7/layout/RepeatingBendingProcessNew"/>
    <dgm:cxn modelId="{BBE96B24-A735-1B4F-AEB0-9E6EE5CDC6AF}" type="presOf" srcId="{8786C0C4-4D23-4335-A395-72E33D18A188}" destId="{F84B7032-E4BE-4744-B7D2-BD6F1029A950}" srcOrd="0" destOrd="0" presId="urn:microsoft.com/office/officeart/2016/7/layout/RepeatingBendingProcessNew"/>
    <dgm:cxn modelId="{7E58E02B-E47E-6B4F-BE01-45CD80381E5A}" type="presOf" srcId="{D75BFEE2-2629-4B23-9CF5-026A0F6434AB}" destId="{C124F918-7B2A-A94B-A1C8-82DC5F655048}" srcOrd="0" destOrd="0" presId="urn:microsoft.com/office/officeart/2016/7/layout/RepeatingBendingProcessNew"/>
    <dgm:cxn modelId="{BE8AC92C-D1A2-4649-9839-FC4018CB320D}" type="presOf" srcId="{EE7B8714-7963-46DC-83D6-E01337132639}" destId="{D9C2B107-FB1D-A343-97A2-C04560A8715F}" srcOrd="0" destOrd="0" presId="urn:microsoft.com/office/officeart/2016/7/layout/RepeatingBendingProcessNew"/>
    <dgm:cxn modelId="{76A0A25C-8B9D-284C-ACD8-C7486F6CCCB3}" type="presOf" srcId="{1E3F15CA-AB78-4C83-9A0D-176A4147A888}" destId="{C781FE29-42DA-6E4E-B1D6-4D99ED4D507A}" srcOrd="0" destOrd="0" presId="urn:microsoft.com/office/officeart/2016/7/layout/RepeatingBendingProcessNew"/>
    <dgm:cxn modelId="{E5C4A35E-A645-42DC-B816-59140530E063}" srcId="{5B0FADBA-A5B2-44E6-8946-855DB8473216}" destId="{8786C0C4-4D23-4335-A395-72E33D18A188}" srcOrd="0" destOrd="0" parTransId="{E7573D60-B6F6-4631-B8AA-3EBF11B93661}" sibTransId="{754AAAED-70E7-455F-B9B1-F500462294AC}"/>
    <dgm:cxn modelId="{DF3B0267-A8DC-D441-84E8-FC06ACC1B011}" type="presOf" srcId="{AB0F5FDA-7237-469F-B938-B21D286138B7}" destId="{9C0C7F70-3629-2E41-9906-B37DE060AFDC}" srcOrd="0" destOrd="0" presId="urn:microsoft.com/office/officeart/2016/7/layout/RepeatingBendingProcessNew"/>
    <dgm:cxn modelId="{F65CCC6C-09E7-9C47-9B00-EAC091C73967}" type="presOf" srcId="{911EA3DF-1675-4AEF-B088-CE265C036956}" destId="{BE6C8083-A028-0041-BC25-BA2ACD998F46}" srcOrd="0" destOrd="0" presId="urn:microsoft.com/office/officeart/2016/7/layout/RepeatingBendingProcessNew"/>
    <dgm:cxn modelId="{0C1EF873-A5F5-4DD6-9062-BEBA07852276}" srcId="{5B0FADBA-A5B2-44E6-8946-855DB8473216}" destId="{EE7B8714-7963-46DC-83D6-E01337132639}" srcOrd="1" destOrd="0" parTransId="{D9B2317F-9F5F-4DEA-AB86-41D2BE499D4A}" sibTransId="{1E3F15CA-AB78-4C83-9A0D-176A4147A888}"/>
    <dgm:cxn modelId="{1A6F3B7E-96DD-BC4D-9377-326D85723F37}" type="presOf" srcId="{A5BFFFF7-9AA9-46E7-AB64-115CBFDDE2FB}" destId="{5DECD08D-66D2-F249-8EF5-A627401AFA7A}" srcOrd="0" destOrd="0" presId="urn:microsoft.com/office/officeart/2016/7/layout/RepeatingBendingProcessNew"/>
    <dgm:cxn modelId="{22981E8E-F705-9242-AB1A-91D40317C830}" type="presOf" srcId="{A5BFFFF7-9AA9-46E7-AB64-115CBFDDE2FB}" destId="{7DCD21B9-C336-B44A-94B8-C5BA8834F780}" srcOrd="1" destOrd="0" presId="urn:microsoft.com/office/officeart/2016/7/layout/RepeatingBendingProcessNew"/>
    <dgm:cxn modelId="{55A28094-2150-A34B-A371-D1B58F4BD7DB}" type="presOf" srcId="{0A871CFB-90DD-4CA8-9AE8-F9F8B5CDF5B6}" destId="{8BB73857-7A3A-E74E-AC36-3FBD77BC57CB}" srcOrd="0" destOrd="0" presId="urn:microsoft.com/office/officeart/2016/7/layout/RepeatingBendingProcessNew"/>
    <dgm:cxn modelId="{C4EF0E98-8421-D84F-9F0F-A2E4B2F7CDDB}" type="presOf" srcId="{754AAAED-70E7-455F-B9B1-F500462294AC}" destId="{3BF8C339-BF5E-D64D-A61F-12348880748E}" srcOrd="1" destOrd="0" presId="urn:microsoft.com/office/officeart/2016/7/layout/RepeatingBendingProcessNew"/>
    <dgm:cxn modelId="{E60956AC-5606-2042-B2E6-2C35A45F6E2F}" type="presOf" srcId="{5B0FADBA-A5B2-44E6-8946-855DB8473216}" destId="{B057AB9F-5C1E-5947-B286-FBF800C90113}" srcOrd="0" destOrd="0" presId="urn:microsoft.com/office/officeart/2016/7/layout/RepeatingBendingProcessNew"/>
    <dgm:cxn modelId="{E70BADBA-4DB5-BB47-A2C6-8A76B4975483}" type="presOf" srcId="{1E3F15CA-AB78-4C83-9A0D-176A4147A888}" destId="{CD4CDC15-0B67-DA45-A637-471F79818F48}" srcOrd="1" destOrd="0" presId="urn:microsoft.com/office/officeart/2016/7/layout/RepeatingBendingProcessNew"/>
    <dgm:cxn modelId="{9664E6D2-2E66-9046-9FFA-DDC9556968F5}" type="presOf" srcId="{BE0D341D-EB02-465F-A81E-2796C56D8E9B}" destId="{EF7A3984-34D5-4A42-ACA9-B65E5151C4BC}" srcOrd="0" destOrd="0" presId="urn:microsoft.com/office/officeart/2016/7/layout/RepeatingBendingProcessNew"/>
    <dgm:cxn modelId="{D7DFE7D4-C49F-2B48-8F76-B188092F60E6}" type="presOf" srcId="{754AAAED-70E7-455F-B9B1-F500462294AC}" destId="{69304C9C-7882-184F-9F54-DC5532CEEEBF}" srcOrd="0" destOrd="0" presId="urn:microsoft.com/office/officeart/2016/7/layout/RepeatingBendingProcessNew"/>
    <dgm:cxn modelId="{2F5161D8-10E6-4206-95D0-FE340B0CAA63}" srcId="{5B0FADBA-A5B2-44E6-8946-855DB8473216}" destId="{AB0F5FDA-7237-469F-B938-B21D286138B7}" srcOrd="2" destOrd="0" parTransId="{4FD02486-905A-4957-9469-F4AC1701843E}" sibTransId="{A5BFFFF7-9AA9-46E7-AB64-115CBFDDE2FB}"/>
    <dgm:cxn modelId="{9BB473DE-4FFF-B34C-9789-99DC0BF01C5F}" type="presOf" srcId="{D75BFEE2-2629-4B23-9CF5-026A0F6434AB}" destId="{3B3041B3-AF08-004E-BE18-54595D014979}" srcOrd="1" destOrd="0" presId="urn:microsoft.com/office/officeart/2016/7/layout/RepeatingBendingProcessNew"/>
    <dgm:cxn modelId="{78439BE5-3905-4F28-9B0A-80C55CD37D90}" srcId="{5B0FADBA-A5B2-44E6-8946-855DB8473216}" destId="{BE0D341D-EB02-465F-A81E-2796C56D8E9B}" srcOrd="4" destOrd="0" parTransId="{CC9D3F72-09DE-420B-8959-3CF02520B105}" sibTransId="{911EA3DF-1675-4AEF-B088-CE265C036956}"/>
    <dgm:cxn modelId="{CF3116FE-DA8B-4645-89B2-49517D1D6069}" type="presOf" srcId="{40CD6D87-C14F-40A7-9AE4-EDED15275102}" destId="{0DCC0A00-AFE8-7447-A14B-3C67EA8FF3C0}" srcOrd="0" destOrd="0" presId="urn:microsoft.com/office/officeart/2016/7/layout/RepeatingBendingProcessNew"/>
    <dgm:cxn modelId="{7D4C84ED-1E3E-6F4E-AC42-21714DE09F26}" type="presParOf" srcId="{B057AB9F-5C1E-5947-B286-FBF800C90113}" destId="{F84B7032-E4BE-4744-B7D2-BD6F1029A950}" srcOrd="0" destOrd="0" presId="urn:microsoft.com/office/officeart/2016/7/layout/RepeatingBendingProcessNew"/>
    <dgm:cxn modelId="{2DB6641A-E25A-F645-AA07-0904249DA7E8}" type="presParOf" srcId="{B057AB9F-5C1E-5947-B286-FBF800C90113}" destId="{69304C9C-7882-184F-9F54-DC5532CEEEBF}" srcOrd="1" destOrd="0" presId="urn:microsoft.com/office/officeart/2016/7/layout/RepeatingBendingProcessNew"/>
    <dgm:cxn modelId="{64B5C9E0-FAFF-8645-BD26-6191C68464C0}" type="presParOf" srcId="{69304C9C-7882-184F-9F54-DC5532CEEEBF}" destId="{3BF8C339-BF5E-D64D-A61F-12348880748E}" srcOrd="0" destOrd="0" presId="urn:microsoft.com/office/officeart/2016/7/layout/RepeatingBendingProcessNew"/>
    <dgm:cxn modelId="{B8C02EEA-2CD9-E44C-9B4C-B39EA3E6004E}" type="presParOf" srcId="{B057AB9F-5C1E-5947-B286-FBF800C90113}" destId="{D9C2B107-FB1D-A343-97A2-C04560A8715F}" srcOrd="2" destOrd="0" presId="urn:microsoft.com/office/officeart/2016/7/layout/RepeatingBendingProcessNew"/>
    <dgm:cxn modelId="{6743B558-C41B-D444-BF31-FD0627F37687}" type="presParOf" srcId="{B057AB9F-5C1E-5947-B286-FBF800C90113}" destId="{C781FE29-42DA-6E4E-B1D6-4D99ED4D507A}" srcOrd="3" destOrd="0" presId="urn:microsoft.com/office/officeart/2016/7/layout/RepeatingBendingProcessNew"/>
    <dgm:cxn modelId="{59F25866-DB70-5545-97CC-8DDE917B8344}" type="presParOf" srcId="{C781FE29-42DA-6E4E-B1D6-4D99ED4D507A}" destId="{CD4CDC15-0B67-DA45-A637-471F79818F48}" srcOrd="0" destOrd="0" presId="urn:microsoft.com/office/officeart/2016/7/layout/RepeatingBendingProcessNew"/>
    <dgm:cxn modelId="{4984DC25-BB3D-F041-8CEA-AFF4F0D9B7CE}" type="presParOf" srcId="{B057AB9F-5C1E-5947-B286-FBF800C90113}" destId="{9C0C7F70-3629-2E41-9906-B37DE060AFDC}" srcOrd="4" destOrd="0" presId="urn:microsoft.com/office/officeart/2016/7/layout/RepeatingBendingProcessNew"/>
    <dgm:cxn modelId="{94F2B80E-E89B-894D-9DA1-665672D65F70}" type="presParOf" srcId="{B057AB9F-5C1E-5947-B286-FBF800C90113}" destId="{5DECD08D-66D2-F249-8EF5-A627401AFA7A}" srcOrd="5" destOrd="0" presId="urn:microsoft.com/office/officeart/2016/7/layout/RepeatingBendingProcessNew"/>
    <dgm:cxn modelId="{5A290392-CA1D-9645-95C2-CE2DBE8BBA4A}" type="presParOf" srcId="{5DECD08D-66D2-F249-8EF5-A627401AFA7A}" destId="{7DCD21B9-C336-B44A-94B8-C5BA8834F780}" srcOrd="0" destOrd="0" presId="urn:microsoft.com/office/officeart/2016/7/layout/RepeatingBendingProcessNew"/>
    <dgm:cxn modelId="{4F99C75F-5201-CC4D-BABF-E4A08E3A9592}" type="presParOf" srcId="{B057AB9F-5C1E-5947-B286-FBF800C90113}" destId="{0DCC0A00-AFE8-7447-A14B-3C67EA8FF3C0}" srcOrd="6" destOrd="0" presId="urn:microsoft.com/office/officeart/2016/7/layout/RepeatingBendingProcessNew"/>
    <dgm:cxn modelId="{BA3F0EB6-7253-E849-AF7A-98D9D37BAB59}" type="presParOf" srcId="{B057AB9F-5C1E-5947-B286-FBF800C90113}" destId="{C124F918-7B2A-A94B-A1C8-82DC5F655048}" srcOrd="7" destOrd="0" presId="urn:microsoft.com/office/officeart/2016/7/layout/RepeatingBendingProcessNew"/>
    <dgm:cxn modelId="{2B5E4B58-DE5E-DD48-AC58-187815EA3D81}" type="presParOf" srcId="{C124F918-7B2A-A94B-A1C8-82DC5F655048}" destId="{3B3041B3-AF08-004E-BE18-54595D014979}" srcOrd="0" destOrd="0" presId="urn:microsoft.com/office/officeart/2016/7/layout/RepeatingBendingProcessNew"/>
    <dgm:cxn modelId="{9E2AB8DA-45B4-CA47-8043-002F454CE085}" type="presParOf" srcId="{B057AB9F-5C1E-5947-B286-FBF800C90113}" destId="{EF7A3984-34D5-4A42-ACA9-B65E5151C4BC}" srcOrd="8" destOrd="0" presId="urn:microsoft.com/office/officeart/2016/7/layout/RepeatingBendingProcessNew"/>
    <dgm:cxn modelId="{C7DCBE33-801E-6840-A71B-6C095F57A145}" type="presParOf" srcId="{B057AB9F-5C1E-5947-B286-FBF800C90113}" destId="{BE6C8083-A028-0041-BC25-BA2ACD998F46}" srcOrd="9" destOrd="0" presId="urn:microsoft.com/office/officeart/2016/7/layout/RepeatingBendingProcessNew"/>
    <dgm:cxn modelId="{3EF05F3E-40D3-2449-BFAB-76B1F5AEF724}" type="presParOf" srcId="{BE6C8083-A028-0041-BC25-BA2ACD998F46}" destId="{A3A888FF-1CD6-9646-BBAD-0E13569A7425}" srcOrd="0" destOrd="0" presId="urn:microsoft.com/office/officeart/2016/7/layout/RepeatingBendingProcessNew"/>
    <dgm:cxn modelId="{599DADDC-70EB-2F4A-8798-394B37A0FE75}" type="presParOf" srcId="{B057AB9F-5C1E-5947-B286-FBF800C90113}" destId="{8BB73857-7A3A-E74E-AC36-3FBD77BC57CB}" srcOrd="10" destOrd="0" presId="urn:microsoft.com/office/officeart/2016/7/layout/RepeatingBendingProcessNew"/>
  </dgm:cxnLst>
  <dgm:bg>
    <a:noFill/>
  </dgm:bg>
  <dgm:whole>
    <a:ln>
      <a:solidFill>
        <a:schemeClr val="accent6">
          <a:lumMod val="20000"/>
          <a:lumOff val="80000"/>
        </a:schemeClr>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B0FADBA-A5B2-44E6-8946-855DB8473216}" type="doc">
      <dgm:prSet loTypeId="urn:microsoft.com/office/officeart/2016/7/layout/RepeatingBendingProcessNew" loCatId="process" qsTypeId="urn:microsoft.com/office/officeart/2005/8/quickstyle/simple2" qsCatId="simple" csTypeId="urn:microsoft.com/office/officeart/2005/8/colors/accent6_2" csCatId="accent6" phldr="1"/>
      <dgm:spPr/>
      <dgm:t>
        <a:bodyPr/>
        <a:lstStyle/>
        <a:p>
          <a:endParaRPr lang="en-US"/>
        </a:p>
      </dgm:t>
    </dgm:pt>
    <dgm:pt modelId="{8786C0C4-4D23-4335-A395-72E33D18A188}">
      <dgm:prSet/>
      <dgm:spPr>
        <a:solidFill>
          <a:schemeClr val="accent6">
            <a:lumMod val="40000"/>
            <a:lumOff val="60000"/>
          </a:schemeClr>
        </a:solidFill>
      </dgm:spPr>
      <dgm:t>
        <a:bodyPr/>
        <a:lstStyle/>
        <a:p>
          <a:r>
            <a:rPr lang="es-ES" dirty="0">
              <a:solidFill>
                <a:schemeClr val="tx1"/>
              </a:solidFill>
            </a:rPr>
            <a:t>Recopilación de </a:t>
          </a:r>
          <a:r>
            <a:rPr lang="es-ES">
              <a:solidFill>
                <a:schemeClr val="tx1"/>
              </a:solidFill>
            </a:rPr>
            <a:t>datos históricos</a:t>
          </a:r>
          <a:endParaRPr lang="en-US" dirty="0">
            <a:solidFill>
              <a:schemeClr val="tx1"/>
            </a:solidFill>
          </a:endParaRPr>
        </a:p>
      </dgm:t>
    </dgm:pt>
    <dgm:pt modelId="{E7573D60-B6F6-4631-B8AA-3EBF11B93661}" type="parTrans" cxnId="{E5C4A35E-A645-42DC-B816-59140530E063}">
      <dgm:prSet/>
      <dgm:spPr/>
      <dgm:t>
        <a:bodyPr/>
        <a:lstStyle/>
        <a:p>
          <a:endParaRPr lang="en-US">
            <a:solidFill>
              <a:schemeClr val="tx1"/>
            </a:solidFill>
          </a:endParaRPr>
        </a:p>
      </dgm:t>
    </dgm:pt>
    <dgm:pt modelId="{754AAAED-70E7-455F-B9B1-F500462294AC}" type="sibTrans" cxnId="{E5C4A35E-A645-42DC-B816-59140530E063}">
      <dgm:prSet/>
      <dgm:spPr/>
      <dgm:t>
        <a:bodyPr/>
        <a:lstStyle/>
        <a:p>
          <a:endParaRPr lang="en-US">
            <a:solidFill>
              <a:schemeClr val="tx1"/>
            </a:solidFill>
          </a:endParaRPr>
        </a:p>
      </dgm:t>
    </dgm:pt>
    <dgm:pt modelId="{EE7B8714-7963-46DC-83D6-E01337132639}">
      <dgm:prSet/>
      <dgm:spPr>
        <a:solidFill>
          <a:schemeClr val="accent6">
            <a:lumMod val="40000"/>
            <a:lumOff val="60000"/>
          </a:schemeClr>
        </a:solidFill>
      </dgm:spPr>
      <dgm:t>
        <a:bodyPr/>
        <a:lstStyle/>
        <a:p>
          <a:r>
            <a:rPr lang="es-ES" dirty="0">
              <a:solidFill>
                <a:schemeClr val="tx1"/>
              </a:solidFill>
            </a:rPr>
            <a:t>Selección de los productos relacionados con la pandemia </a:t>
          </a:r>
          <a:endParaRPr lang="en-US" dirty="0">
            <a:solidFill>
              <a:schemeClr val="tx1"/>
            </a:solidFill>
          </a:endParaRPr>
        </a:p>
      </dgm:t>
    </dgm:pt>
    <dgm:pt modelId="{D9B2317F-9F5F-4DEA-AB86-41D2BE499D4A}" type="parTrans" cxnId="{0C1EF873-A5F5-4DD6-9062-BEBA07852276}">
      <dgm:prSet/>
      <dgm:spPr/>
      <dgm:t>
        <a:bodyPr/>
        <a:lstStyle/>
        <a:p>
          <a:endParaRPr lang="en-US">
            <a:solidFill>
              <a:schemeClr val="tx1"/>
            </a:solidFill>
          </a:endParaRPr>
        </a:p>
      </dgm:t>
    </dgm:pt>
    <dgm:pt modelId="{1E3F15CA-AB78-4C83-9A0D-176A4147A888}" type="sibTrans" cxnId="{0C1EF873-A5F5-4DD6-9062-BEBA07852276}">
      <dgm:prSet/>
      <dgm:spPr/>
      <dgm:t>
        <a:bodyPr/>
        <a:lstStyle/>
        <a:p>
          <a:endParaRPr lang="en-US">
            <a:solidFill>
              <a:schemeClr val="tx1"/>
            </a:solidFill>
          </a:endParaRPr>
        </a:p>
      </dgm:t>
    </dgm:pt>
    <dgm:pt modelId="{AB0F5FDA-7237-469F-B938-B21D286138B7}">
      <dgm:prSet/>
      <dgm:spPr>
        <a:solidFill>
          <a:schemeClr val="accent6">
            <a:lumMod val="40000"/>
            <a:lumOff val="60000"/>
          </a:schemeClr>
        </a:solidFill>
      </dgm:spPr>
      <dgm:t>
        <a:bodyPr/>
        <a:lstStyle/>
        <a:p>
          <a:r>
            <a:rPr lang="es-ES" dirty="0">
              <a:solidFill>
                <a:schemeClr val="tx1"/>
              </a:solidFill>
            </a:rPr>
            <a:t>Simulación de una nueva pandemia con modelos de ecuaciones diferenciales</a:t>
          </a:r>
          <a:endParaRPr lang="en-US" dirty="0">
            <a:solidFill>
              <a:schemeClr val="tx1"/>
            </a:solidFill>
          </a:endParaRPr>
        </a:p>
      </dgm:t>
    </dgm:pt>
    <dgm:pt modelId="{4FD02486-905A-4957-9469-F4AC1701843E}" type="parTrans" cxnId="{2F5161D8-10E6-4206-95D0-FE340B0CAA63}">
      <dgm:prSet/>
      <dgm:spPr/>
      <dgm:t>
        <a:bodyPr/>
        <a:lstStyle/>
        <a:p>
          <a:endParaRPr lang="en-US">
            <a:solidFill>
              <a:schemeClr val="tx1"/>
            </a:solidFill>
          </a:endParaRPr>
        </a:p>
      </dgm:t>
    </dgm:pt>
    <dgm:pt modelId="{A5BFFFF7-9AA9-46E7-AB64-115CBFDDE2FB}" type="sibTrans" cxnId="{2F5161D8-10E6-4206-95D0-FE340B0CAA63}">
      <dgm:prSet/>
      <dgm:spPr/>
      <dgm:t>
        <a:bodyPr/>
        <a:lstStyle/>
        <a:p>
          <a:endParaRPr lang="en-US">
            <a:solidFill>
              <a:schemeClr val="tx1"/>
            </a:solidFill>
          </a:endParaRPr>
        </a:p>
      </dgm:t>
    </dgm:pt>
    <dgm:pt modelId="{40CD6D87-C14F-40A7-9AE4-EDED15275102}">
      <dgm:prSet/>
      <dgm:spPr>
        <a:solidFill>
          <a:schemeClr val="accent6">
            <a:lumMod val="75000"/>
          </a:schemeClr>
        </a:solidFill>
      </dgm:spPr>
      <dgm:t>
        <a:bodyPr/>
        <a:lstStyle/>
        <a:p>
          <a:r>
            <a:rPr lang="es-ES" dirty="0">
              <a:solidFill>
                <a:schemeClr val="tx1"/>
              </a:solidFill>
            </a:rPr>
            <a:t>Encontrar el modelo predictivo idóneo</a:t>
          </a:r>
          <a:endParaRPr lang="en-US" dirty="0">
            <a:solidFill>
              <a:schemeClr val="tx1"/>
            </a:solidFill>
          </a:endParaRPr>
        </a:p>
      </dgm:t>
    </dgm:pt>
    <dgm:pt modelId="{6F232F65-ED81-44AA-AFA5-7140B6656B9E}" type="parTrans" cxnId="{FD9BD801-8705-4347-8696-565E11D590C1}">
      <dgm:prSet/>
      <dgm:spPr/>
      <dgm:t>
        <a:bodyPr/>
        <a:lstStyle/>
        <a:p>
          <a:endParaRPr lang="en-US">
            <a:solidFill>
              <a:schemeClr val="tx1"/>
            </a:solidFill>
          </a:endParaRPr>
        </a:p>
      </dgm:t>
    </dgm:pt>
    <dgm:pt modelId="{D75BFEE2-2629-4B23-9CF5-026A0F6434AB}" type="sibTrans" cxnId="{FD9BD801-8705-4347-8696-565E11D590C1}">
      <dgm:prSet/>
      <dgm:spPr/>
      <dgm:t>
        <a:bodyPr/>
        <a:lstStyle/>
        <a:p>
          <a:endParaRPr lang="en-US">
            <a:solidFill>
              <a:schemeClr val="tx1"/>
            </a:solidFill>
          </a:endParaRPr>
        </a:p>
      </dgm:t>
    </dgm:pt>
    <dgm:pt modelId="{BE0D341D-EB02-465F-A81E-2796C56D8E9B}">
      <dgm:prSet/>
      <dgm:spPr>
        <a:solidFill>
          <a:schemeClr val="accent6">
            <a:lumMod val="40000"/>
            <a:lumOff val="60000"/>
          </a:schemeClr>
        </a:solidFill>
      </dgm:spPr>
      <dgm:t>
        <a:bodyPr/>
        <a:lstStyle/>
        <a:p>
          <a:r>
            <a:rPr lang="es-ES" dirty="0">
              <a:solidFill>
                <a:schemeClr val="tx1"/>
              </a:solidFill>
            </a:rPr>
            <a:t>Aplicar el modelo entrenado a los nuevos datos de casos generados</a:t>
          </a:r>
          <a:endParaRPr lang="en-US" dirty="0">
            <a:solidFill>
              <a:schemeClr val="tx1"/>
            </a:solidFill>
          </a:endParaRPr>
        </a:p>
      </dgm:t>
    </dgm:pt>
    <dgm:pt modelId="{CC9D3F72-09DE-420B-8959-3CF02520B105}" type="parTrans" cxnId="{78439BE5-3905-4F28-9B0A-80C55CD37D90}">
      <dgm:prSet/>
      <dgm:spPr/>
      <dgm:t>
        <a:bodyPr/>
        <a:lstStyle/>
        <a:p>
          <a:endParaRPr lang="en-US">
            <a:solidFill>
              <a:schemeClr val="tx1"/>
            </a:solidFill>
          </a:endParaRPr>
        </a:p>
      </dgm:t>
    </dgm:pt>
    <dgm:pt modelId="{911EA3DF-1675-4AEF-B088-CE265C036956}" type="sibTrans" cxnId="{78439BE5-3905-4F28-9B0A-80C55CD37D90}">
      <dgm:prSet/>
      <dgm:spPr/>
      <dgm:t>
        <a:bodyPr/>
        <a:lstStyle/>
        <a:p>
          <a:endParaRPr lang="en-US">
            <a:solidFill>
              <a:schemeClr val="tx1"/>
            </a:solidFill>
          </a:endParaRPr>
        </a:p>
      </dgm:t>
    </dgm:pt>
    <dgm:pt modelId="{0A871CFB-90DD-4CA8-9AE8-F9F8B5CDF5B6}">
      <dgm:prSet/>
      <dgm:spPr>
        <a:solidFill>
          <a:schemeClr val="accent6">
            <a:lumMod val="40000"/>
            <a:lumOff val="60000"/>
          </a:schemeClr>
        </a:solidFill>
      </dgm:spPr>
      <dgm:t>
        <a:bodyPr/>
        <a:lstStyle/>
        <a:p>
          <a:r>
            <a:rPr lang="es-ES" dirty="0">
              <a:solidFill>
                <a:schemeClr val="tx1"/>
              </a:solidFill>
            </a:rPr>
            <a:t>Extraer conclusiones de los resultados de las predicciones</a:t>
          </a:r>
          <a:endParaRPr lang="en-US" dirty="0">
            <a:solidFill>
              <a:schemeClr val="tx1"/>
            </a:solidFill>
          </a:endParaRPr>
        </a:p>
      </dgm:t>
    </dgm:pt>
    <dgm:pt modelId="{FDDDBF42-827E-481F-8D5C-FF43FEBC12ED}" type="parTrans" cxnId="{D87A5504-7537-4E4D-9834-186A3066ED73}">
      <dgm:prSet/>
      <dgm:spPr/>
      <dgm:t>
        <a:bodyPr/>
        <a:lstStyle/>
        <a:p>
          <a:endParaRPr lang="en-US">
            <a:solidFill>
              <a:schemeClr val="tx1"/>
            </a:solidFill>
          </a:endParaRPr>
        </a:p>
      </dgm:t>
    </dgm:pt>
    <dgm:pt modelId="{66A9BAB8-9CAB-4C6D-AE49-A7DBD7C626A1}" type="sibTrans" cxnId="{D87A5504-7537-4E4D-9834-186A3066ED73}">
      <dgm:prSet/>
      <dgm:spPr/>
      <dgm:t>
        <a:bodyPr/>
        <a:lstStyle/>
        <a:p>
          <a:endParaRPr lang="en-US">
            <a:solidFill>
              <a:schemeClr val="tx1"/>
            </a:solidFill>
          </a:endParaRPr>
        </a:p>
      </dgm:t>
    </dgm:pt>
    <dgm:pt modelId="{B057AB9F-5C1E-5947-B286-FBF800C90113}" type="pres">
      <dgm:prSet presAssocID="{5B0FADBA-A5B2-44E6-8946-855DB8473216}" presName="Name0" presStyleCnt="0">
        <dgm:presLayoutVars>
          <dgm:dir/>
          <dgm:resizeHandles val="exact"/>
        </dgm:presLayoutVars>
      </dgm:prSet>
      <dgm:spPr/>
    </dgm:pt>
    <dgm:pt modelId="{F84B7032-E4BE-4744-B7D2-BD6F1029A950}" type="pres">
      <dgm:prSet presAssocID="{8786C0C4-4D23-4335-A395-72E33D18A188}" presName="node" presStyleLbl="node1" presStyleIdx="0" presStyleCnt="6">
        <dgm:presLayoutVars>
          <dgm:bulletEnabled val="1"/>
        </dgm:presLayoutVars>
      </dgm:prSet>
      <dgm:spPr/>
    </dgm:pt>
    <dgm:pt modelId="{69304C9C-7882-184F-9F54-DC5532CEEEBF}" type="pres">
      <dgm:prSet presAssocID="{754AAAED-70E7-455F-B9B1-F500462294AC}" presName="sibTrans" presStyleLbl="sibTrans1D1" presStyleIdx="0" presStyleCnt="5"/>
      <dgm:spPr/>
    </dgm:pt>
    <dgm:pt modelId="{3BF8C339-BF5E-D64D-A61F-12348880748E}" type="pres">
      <dgm:prSet presAssocID="{754AAAED-70E7-455F-B9B1-F500462294AC}" presName="connectorText" presStyleLbl="sibTrans1D1" presStyleIdx="0" presStyleCnt="5"/>
      <dgm:spPr/>
    </dgm:pt>
    <dgm:pt modelId="{D9C2B107-FB1D-A343-97A2-C04560A8715F}" type="pres">
      <dgm:prSet presAssocID="{EE7B8714-7963-46DC-83D6-E01337132639}" presName="node" presStyleLbl="node1" presStyleIdx="1" presStyleCnt="6">
        <dgm:presLayoutVars>
          <dgm:bulletEnabled val="1"/>
        </dgm:presLayoutVars>
      </dgm:prSet>
      <dgm:spPr/>
    </dgm:pt>
    <dgm:pt modelId="{C781FE29-42DA-6E4E-B1D6-4D99ED4D507A}" type="pres">
      <dgm:prSet presAssocID="{1E3F15CA-AB78-4C83-9A0D-176A4147A888}" presName="sibTrans" presStyleLbl="sibTrans1D1" presStyleIdx="1" presStyleCnt="5"/>
      <dgm:spPr/>
    </dgm:pt>
    <dgm:pt modelId="{CD4CDC15-0B67-DA45-A637-471F79818F48}" type="pres">
      <dgm:prSet presAssocID="{1E3F15CA-AB78-4C83-9A0D-176A4147A888}" presName="connectorText" presStyleLbl="sibTrans1D1" presStyleIdx="1" presStyleCnt="5"/>
      <dgm:spPr/>
    </dgm:pt>
    <dgm:pt modelId="{9C0C7F70-3629-2E41-9906-B37DE060AFDC}" type="pres">
      <dgm:prSet presAssocID="{AB0F5FDA-7237-469F-B938-B21D286138B7}" presName="node" presStyleLbl="node1" presStyleIdx="2" presStyleCnt="6">
        <dgm:presLayoutVars>
          <dgm:bulletEnabled val="1"/>
        </dgm:presLayoutVars>
      </dgm:prSet>
      <dgm:spPr/>
    </dgm:pt>
    <dgm:pt modelId="{5DECD08D-66D2-F249-8EF5-A627401AFA7A}" type="pres">
      <dgm:prSet presAssocID="{A5BFFFF7-9AA9-46E7-AB64-115CBFDDE2FB}" presName="sibTrans" presStyleLbl="sibTrans1D1" presStyleIdx="2" presStyleCnt="5"/>
      <dgm:spPr/>
    </dgm:pt>
    <dgm:pt modelId="{7DCD21B9-C336-B44A-94B8-C5BA8834F780}" type="pres">
      <dgm:prSet presAssocID="{A5BFFFF7-9AA9-46E7-AB64-115CBFDDE2FB}" presName="connectorText" presStyleLbl="sibTrans1D1" presStyleIdx="2" presStyleCnt="5"/>
      <dgm:spPr/>
    </dgm:pt>
    <dgm:pt modelId="{0DCC0A00-AFE8-7447-A14B-3C67EA8FF3C0}" type="pres">
      <dgm:prSet presAssocID="{40CD6D87-C14F-40A7-9AE4-EDED15275102}" presName="node" presStyleLbl="node1" presStyleIdx="3" presStyleCnt="6">
        <dgm:presLayoutVars>
          <dgm:bulletEnabled val="1"/>
        </dgm:presLayoutVars>
      </dgm:prSet>
      <dgm:spPr/>
    </dgm:pt>
    <dgm:pt modelId="{C124F918-7B2A-A94B-A1C8-82DC5F655048}" type="pres">
      <dgm:prSet presAssocID="{D75BFEE2-2629-4B23-9CF5-026A0F6434AB}" presName="sibTrans" presStyleLbl="sibTrans1D1" presStyleIdx="3" presStyleCnt="5"/>
      <dgm:spPr/>
    </dgm:pt>
    <dgm:pt modelId="{3B3041B3-AF08-004E-BE18-54595D014979}" type="pres">
      <dgm:prSet presAssocID="{D75BFEE2-2629-4B23-9CF5-026A0F6434AB}" presName="connectorText" presStyleLbl="sibTrans1D1" presStyleIdx="3" presStyleCnt="5"/>
      <dgm:spPr/>
    </dgm:pt>
    <dgm:pt modelId="{EF7A3984-34D5-4A42-ACA9-B65E5151C4BC}" type="pres">
      <dgm:prSet presAssocID="{BE0D341D-EB02-465F-A81E-2796C56D8E9B}" presName="node" presStyleLbl="node1" presStyleIdx="4" presStyleCnt="6">
        <dgm:presLayoutVars>
          <dgm:bulletEnabled val="1"/>
        </dgm:presLayoutVars>
      </dgm:prSet>
      <dgm:spPr/>
    </dgm:pt>
    <dgm:pt modelId="{BE6C8083-A028-0041-BC25-BA2ACD998F46}" type="pres">
      <dgm:prSet presAssocID="{911EA3DF-1675-4AEF-B088-CE265C036956}" presName="sibTrans" presStyleLbl="sibTrans1D1" presStyleIdx="4" presStyleCnt="5"/>
      <dgm:spPr/>
    </dgm:pt>
    <dgm:pt modelId="{A3A888FF-1CD6-9646-BBAD-0E13569A7425}" type="pres">
      <dgm:prSet presAssocID="{911EA3DF-1675-4AEF-B088-CE265C036956}" presName="connectorText" presStyleLbl="sibTrans1D1" presStyleIdx="4" presStyleCnt="5"/>
      <dgm:spPr/>
    </dgm:pt>
    <dgm:pt modelId="{8BB73857-7A3A-E74E-AC36-3FBD77BC57CB}" type="pres">
      <dgm:prSet presAssocID="{0A871CFB-90DD-4CA8-9AE8-F9F8B5CDF5B6}" presName="node" presStyleLbl="node1" presStyleIdx="5" presStyleCnt="6">
        <dgm:presLayoutVars>
          <dgm:bulletEnabled val="1"/>
        </dgm:presLayoutVars>
      </dgm:prSet>
      <dgm:spPr/>
    </dgm:pt>
  </dgm:ptLst>
  <dgm:cxnLst>
    <dgm:cxn modelId="{FD9BD801-8705-4347-8696-565E11D590C1}" srcId="{5B0FADBA-A5B2-44E6-8946-855DB8473216}" destId="{40CD6D87-C14F-40A7-9AE4-EDED15275102}" srcOrd="3" destOrd="0" parTransId="{6F232F65-ED81-44AA-AFA5-7140B6656B9E}" sibTransId="{D75BFEE2-2629-4B23-9CF5-026A0F6434AB}"/>
    <dgm:cxn modelId="{D87A5504-7537-4E4D-9834-186A3066ED73}" srcId="{5B0FADBA-A5B2-44E6-8946-855DB8473216}" destId="{0A871CFB-90DD-4CA8-9AE8-F9F8B5CDF5B6}" srcOrd="5" destOrd="0" parTransId="{FDDDBF42-827E-481F-8D5C-FF43FEBC12ED}" sibTransId="{66A9BAB8-9CAB-4C6D-AE49-A7DBD7C626A1}"/>
    <dgm:cxn modelId="{5D6E5806-E5A1-B249-9DA6-CD1EC1C47C25}" type="presOf" srcId="{911EA3DF-1675-4AEF-B088-CE265C036956}" destId="{A3A888FF-1CD6-9646-BBAD-0E13569A7425}" srcOrd="1" destOrd="0" presId="urn:microsoft.com/office/officeart/2016/7/layout/RepeatingBendingProcessNew"/>
    <dgm:cxn modelId="{BBE96B24-A735-1B4F-AEB0-9E6EE5CDC6AF}" type="presOf" srcId="{8786C0C4-4D23-4335-A395-72E33D18A188}" destId="{F84B7032-E4BE-4744-B7D2-BD6F1029A950}" srcOrd="0" destOrd="0" presId="urn:microsoft.com/office/officeart/2016/7/layout/RepeatingBendingProcessNew"/>
    <dgm:cxn modelId="{7E58E02B-E47E-6B4F-BE01-45CD80381E5A}" type="presOf" srcId="{D75BFEE2-2629-4B23-9CF5-026A0F6434AB}" destId="{C124F918-7B2A-A94B-A1C8-82DC5F655048}" srcOrd="0" destOrd="0" presId="urn:microsoft.com/office/officeart/2016/7/layout/RepeatingBendingProcessNew"/>
    <dgm:cxn modelId="{BE8AC92C-D1A2-4649-9839-FC4018CB320D}" type="presOf" srcId="{EE7B8714-7963-46DC-83D6-E01337132639}" destId="{D9C2B107-FB1D-A343-97A2-C04560A8715F}" srcOrd="0" destOrd="0" presId="urn:microsoft.com/office/officeart/2016/7/layout/RepeatingBendingProcessNew"/>
    <dgm:cxn modelId="{76A0A25C-8B9D-284C-ACD8-C7486F6CCCB3}" type="presOf" srcId="{1E3F15CA-AB78-4C83-9A0D-176A4147A888}" destId="{C781FE29-42DA-6E4E-B1D6-4D99ED4D507A}" srcOrd="0" destOrd="0" presId="urn:microsoft.com/office/officeart/2016/7/layout/RepeatingBendingProcessNew"/>
    <dgm:cxn modelId="{E5C4A35E-A645-42DC-B816-59140530E063}" srcId="{5B0FADBA-A5B2-44E6-8946-855DB8473216}" destId="{8786C0C4-4D23-4335-A395-72E33D18A188}" srcOrd="0" destOrd="0" parTransId="{E7573D60-B6F6-4631-B8AA-3EBF11B93661}" sibTransId="{754AAAED-70E7-455F-B9B1-F500462294AC}"/>
    <dgm:cxn modelId="{DF3B0267-A8DC-D441-84E8-FC06ACC1B011}" type="presOf" srcId="{AB0F5FDA-7237-469F-B938-B21D286138B7}" destId="{9C0C7F70-3629-2E41-9906-B37DE060AFDC}" srcOrd="0" destOrd="0" presId="urn:microsoft.com/office/officeart/2016/7/layout/RepeatingBendingProcessNew"/>
    <dgm:cxn modelId="{F65CCC6C-09E7-9C47-9B00-EAC091C73967}" type="presOf" srcId="{911EA3DF-1675-4AEF-B088-CE265C036956}" destId="{BE6C8083-A028-0041-BC25-BA2ACD998F46}" srcOrd="0" destOrd="0" presId="urn:microsoft.com/office/officeart/2016/7/layout/RepeatingBendingProcessNew"/>
    <dgm:cxn modelId="{0C1EF873-A5F5-4DD6-9062-BEBA07852276}" srcId="{5B0FADBA-A5B2-44E6-8946-855DB8473216}" destId="{EE7B8714-7963-46DC-83D6-E01337132639}" srcOrd="1" destOrd="0" parTransId="{D9B2317F-9F5F-4DEA-AB86-41D2BE499D4A}" sibTransId="{1E3F15CA-AB78-4C83-9A0D-176A4147A888}"/>
    <dgm:cxn modelId="{1A6F3B7E-96DD-BC4D-9377-326D85723F37}" type="presOf" srcId="{A5BFFFF7-9AA9-46E7-AB64-115CBFDDE2FB}" destId="{5DECD08D-66D2-F249-8EF5-A627401AFA7A}" srcOrd="0" destOrd="0" presId="urn:microsoft.com/office/officeart/2016/7/layout/RepeatingBendingProcessNew"/>
    <dgm:cxn modelId="{22981E8E-F705-9242-AB1A-91D40317C830}" type="presOf" srcId="{A5BFFFF7-9AA9-46E7-AB64-115CBFDDE2FB}" destId="{7DCD21B9-C336-B44A-94B8-C5BA8834F780}" srcOrd="1" destOrd="0" presId="urn:microsoft.com/office/officeart/2016/7/layout/RepeatingBendingProcessNew"/>
    <dgm:cxn modelId="{55A28094-2150-A34B-A371-D1B58F4BD7DB}" type="presOf" srcId="{0A871CFB-90DD-4CA8-9AE8-F9F8B5CDF5B6}" destId="{8BB73857-7A3A-E74E-AC36-3FBD77BC57CB}" srcOrd="0" destOrd="0" presId="urn:microsoft.com/office/officeart/2016/7/layout/RepeatingBendingProcessNew"/>
    <dgm:cxn modelId="{C4EF0E98-8421-D84F-9F0F-A2E4B2F7CDDB}" type="presOf" srcId="{754AAAED-70E7-455F-B9B1-F500462294AC}" destId="{3BF8C339-BF5E-D64D-A61F-12348880748E}" srcOrd="1" destOrd="0" presId="urn:microsoft.com/office/officeart/2016/7/layout/RepeatingBendingProcessNew"/>
    <dgm:cxn modelId="{E60956AC-5606-2042-B2E6-2C35A45F6E2F}" type="presOf" srcId="{5B0FADBA-A5B2-44E6-8946-855DB8473216}" destId="{B057AB9F-5C1E-5947-B286-FBF800C90113}" srcOrd="0" destOrd="0" presId="urn:microsoft.com/office/officeart/2016/7/layout/RepeatingBendingProcessNew"/>
    <dgm:cxn modelId="{E70BADBA-4DB5-BB47-A2C6-8A76B4975483}" type="presOf" srcId="{1E3F15CA-AB78-4C83-9A0D-176A4147A888}" destId="{CD4CDC15-0B67-DA45-A637-471F79818F48}" srcOrd="1" destOrd="0" presId="urn:microsoft.com/office/officeart/2016/7/layout/RepeatingBendingProcessNew"/>
    <dgm:cxn modelId="{9664E6D2-2E66-9046-9FFA-DDC9556968F5}" type="presOf" srcId="{BE0D341D-EB02-465F-A81E-2796C56D8E9B}" destId="{EF7A3984-34D5-4A42-ACA9-B65E5151C4BC}" srcOrd="0" destOrd="0" presId="urn:microsoft.com/office/officeart/2016/7/layout/RepeatingBendingProcessNew"/>
    <dgm:cxn modelId="{D7DFE7D4-C49F-2B48-8F76-B188092F60E6}" type="presOf" srcId="{754AAAED-70E7-455F-B9B1-F500462294AC}" destId="{69304C9C-7882-184F-9F54-DC5532CEEEBF}" srcOrd="0" destOrd="0" presId="urn:microsoft.com/office/officeart/2016/7/layout/RepeatingBendingProcessNew"/>
    <dgm:cxn modelId="{2F5161D8-10E6-4206-95D0-FE340B0CAA63}" srcId="{5B0FADBA-A5B2-44E6-8946-855DB8473216}" destId="{AB0F5FDA-7237-469F-B938-B21D286138B7}" srcOrd="2" destOrd="0" parTransId="{4FD02486-905A-4957-9469-F4AC1701843E}" sibTransId="{A5BFFFF7-9AA9-46E7-AB64-115CBFDDE2FB}"/>
    <dgm:cxn modelId="{9BB473DE-4FFF-B34C-9789-99DC0BF01C5F}" type="presOf" srcId="{D75BFEE2-2629-4B23-9CF5-026A0F6434AB}" destId="{3B3041B3-AF08-004E-BE18-54595D014979}" srcOrd="1" destOrd="0" presId="urn:microsoft.com/office/officeart/2016/7/layout/RepeatingBendingProcessNew"/>
    <dgm:cxn modelId="{78439BE5-3905-4F28-9B0A-80C55CD37D90}" srcId="{5B0FADBA-A5B2-44E6-8946-855DB8473216}" destId="{BE0D341D-EB02-465F-A81E-2796C56D8E9B}" srcOrd="4" destOrd="0" parTransId="{CC9D3F72-09DE-420B-8959-3CF02520B105}" sibTransId="{911EA3DF-1675-4AEF-B088-CE265C036956}"/>
    <dgm:cxn modelId="{CF3116FE-DA8B-4645-89B2-49517D1D6069}" type="presOf" srcId="{40CD6D87-C14F-40A7-9AE4-EDED15275102}" destId="{0DCC0A00-AFE8-7447-A14B-3C67EA8FF3C0}" srcOrd="0" destOrd="0" presId="urn:microsoft.com/office/officeart/2016/7/layout/RepeatingBendingProcessNew"/>
    <dgm:cxn modelId="{7D4C84ED-1E3E-6F4E-AC42-21714DE09F26}" type="presParOf" srcId="{B057AB9F-5C1E-5947-B286-FBF800C90113}" destId="{F84B7032-E4BE-4744-B7D2-BD6F1029A950}" srcOrd="0" destOrd="0" presId="urn:microsoft.com/office/officeart/2016/7/layout/RepeatingBendingProcessNew"/>
    <dgm:cxn modelId="{2DB6641A-E25A-F645-AA07-0904249DA7E8}" type="presParOf" srcId="{B057AB9F-5C1E-5947-B286-FBF800C90113}" destId="{69304C9C-7882-184F-9F54-DC5532CEEEBF}" srcOrd="1" destOrd="0" presId="urn:microsoft.com/office/officeart/2016/7/layout/RepeatingBendingProcessNew"/>
    <dgm:cxn modelId="{64B5C9E0-FAFF-8645-BD26-6191C68464C0}" type="presParOf" srcId="{69304C9C-7882-184F-9F54-DC5532CEEEBF}" destId="{3BF8C339-BF5E-D64D-A61F-12348880748E}" srcOrd="0" destOrd="0" presId="urn:microsoft.com/office/officeart/2016/7/layout/RepeatingBendingProcessNew"/>
    <dgm:cxn modelId="{B8C02EEA-2CD9-E44C-9B4C-B39EA3E6004E}" type="presParOf" srcId="{B057AB9F-5C1E-5947-B286-FBF800C90113}" destId="{D9C2B107-FB1D-A343-97A2-C04560A8715F}" srcOrd="2" destOrd="0" presId="urn:microsoft.com/office/officeart/2016/7/layout/RepeatingBendingProcessNew"/>
    <dgm:cxn modelId="{6743B558-C41B-D444-BF31-FD0627F37687}" type="presParOf" srcId="{B057AB9F-5C1E-5947-B286-FBF800C90113}" destId="{C781FE29-42DA-6E4E-B1D6-4D99ED4D507A}" srcOrd="3" destOrd="0" presId="urn:microsoft.com/office/officeart/2016/7/layout/RepeatingBendingProcessNew"/>
    <dgm:cxn modelId="{59F25866-DB70-5545-97CC-8DDE917B8344}" type="presParOf" srcId="{C781FE29-42DA-6E4E-B1D6-4D99ED4D507A}" destId="{CD4CDC15-0B67-DA45-A637-471F79818F48}" srcOrd="0" destOrd="0" presId="urn:microsoft.com/office/officeart/2016/7/layout/RepeatingBendingProcessNew"/>
    <dgm:cxn modelId="{4984DC25-BB3D-F041-8CEA-AFF4F0D9B7CE}" type="presParOf" srcId="{B057AB9F-5C1E-5947-B286-FBF800C90113}" destId="{9C0C7F70-3629-2E41-9906-B37DE060AFDC}" srcOrd="4" destOrd="0" presId="urn:microsoft.com/office/officeart/2016/7/layout/RepeatingBendingProcessNew"/>
    <dgm:cxn modelId="{94F2B80E-E89B-894D-9DA1-665672D65F70}" type="presParOf" srcId="{B057AB9F-5C1E-5947-B286-FBF800C90113}" destId="{5DECD08D-66D2-F249-8EF5-A627401AFA7A}" srcOrd="5" destOrd="0" presId="urn:microsoft.com/office/officeart/2016/7/layout/RepeatingBendingProcessNew"/>
    <dgm:cxn modelId="{5A290392-CA1D-9645-95C2-CE2DBE8BBA4A}" type="presParOf" srcId="{5DECD08D-66D2-F249-8EF5-A627401AFA7A}" destId="{7DCD21B9-C336-B44A-94B8-C5BA8834F780}" srcOrd="0" destOrd="0" presId="urn:microsoft.com/office/officeart/2016/7/layout/RepeatingBendingProcessNew"/>
    <dgm:cxn modelId="{4F99C75F-5201-CC4D-BABF-E4A08E3A9592}" type="presParOf" srcId="{B057AB9F-5C1E-5947-B286-FBF800C90113}" destId="{0DCC0A00-AFE8-7447-A14B-3C67EA8FF3C0}" srcOrd="6" destOrd="0" presId="urn:microsoft.com/office/officeart/2016/7/layout/RepeatingBendingProcessNew"/>
    <dgm:cxn modelId="{BA3F0EB6-7253-E849-AF7A-98D9D37BAB59}" type="presParOf" srcId="{B057AB9F-5C1E-5947-B286-FBF800C90113}" destId="{C124F918-7B2A-A94B-A1C8-82DC5F655048}" srcOrd="7" destOrd="0" presId="urn:microsoft.com/office/officeart/2016/7/layout/RepeatingBendingProcessNew"/>
    <dgm:cxn modelId="{2B5E4B58-DE5E-DD48-AC58-187815EA3D81}" type="presParOf" srcId="{C124F918-7B2A-A94B-A1C8-82DC5F655048}" destId="{3B3041B3-AF08-004E-BE18-54595D014979}" srcOrd="0" destOrd="0" presId="urn:microsoft.com/office/officeart/2016/7/layout/RepeatingBendingProcessNew"/>
    <dgm:cxn modelId="{9E2AB8DA-45B4-CA47-8043-002F454CE085}" type="presParOf" srcId="{B057AB9F-5C1E-5947-B286-FBF800C90113}" destId="{EF7A3984-34D5-4A42-ACA9-B65E5151C4BC}" srcOrd="8" destOrd="0" presId="urn:microsoft.com/office/officeart/2016/7/layout/RepeatingBendingProcessNew"/>
    <dgm:cxn modelId="{C7DCBE33-801E-6840-A71B-6C095F57A145}" type="presParOf" srcId="{B057AB9F-5C1E-5947-B286-FBF800C90113}" destId="{BE6C8083-A028-0041-BC25-BA2ACD998F46}" srcOrd="9" destOrd="0" presId="urn:microsoft.com/office/officeart/2016/7/layout/RepeatingBendingProcessNew"/>
    <dgm:cxn modelId="{3EF05F3E-40D3-2449-BFAB-76B1F5AEF724}" type="presParOf" srcId="{BE6C8083-A028-0041-BC25-BA2ACD998F46}" destId="{A3A888FF-1CD6-9646-BBAD-0E13569A7425}" srcOrd="0" destOrd="0" presId="urn:microsoft.com/office/officeart/2016/7/layout/RepeatingBendingProcessNew"/>
    <dgm:cxn modelId="{599DADDC-70EB-2F4A-8798-394B37A0FE75}" type="presParOf" srcId="{B057AB9F-5C1E-5947-B286-FBF800C90113}" destId="{8BB73857-7A3A-E74E-AC36-3FBD77BC57CB}" srcOrd="10" destOrd="0" presId="urn:microsoft.com/office/officeart/2016/7/layout/RepeatingBendingProcessNew"/>
  </dgm:cxnLst>
  <dgm:bg>
    <a:noFill/>
  </dgm:bg>
  <dgm:whole>
    <a:ln>
      <a:solidFill>
        <a:schemeClr val="accent6">
          <a:lumMod val="20000"/>
          <a:lumOff val="80000"/>
        </a:schemeClr>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B0FADBA-A5B2-44E6-8946-855DB8473216}" type="doc">
      <dgm:prSet loTypeId="urn:microsoft.com/office/officeart/2016/7/layout/RepeatingBendingProcessNew" loCatId="process" qsTypeId="urn:microsoft.com/office/officeart/2005/8/quickstyle/simple2" qsCatId="simple" csTypeId="urn:microsoft.com/office/officeart/2005/8/colors/accent6_2" csCatId="accent6" phldr="1"/>
      <dgm:spPr/>
      <dgm:t>
        <a:bodyPr/>
        <a:lstStyle/>
        <a:p>
          <a:endParaRPr lang="en-US"/>
        </a:p>
      </dgm:t>
    </dgm:pt>
    <dgm:pt modelId="{8786C0C4-4D23-4335-A395-72E33D18A188}">
      <dgm:prSet/>
      <dgm:spPr>
        <a:solidFill>
          <a:schemeClr val="accent6">
            <a:lumMod val="40000"/>
            <a:lumOff val="60000"/>
          </a:schemeClr>
        </a:solidFill>
      </dgm:spPr>
      <dgm:t>
        <a:bodyPr/>
        <a:lstStyle/>
        <a:p>
          <a:r>
            <a:rPr lang="es-ES" dirty="0">
              <a:solidFill>
                <a:schemeClr val="tx1"/>
              </a:solidFill>
            </a:rPr>
            <a:t>Recopilación de datos históricos</a:t>
          </a:r>
          <a:endParaRPr lang="en-US" dirty="0">
            <a:solidFill>
              <a:schemeClr val="tx1"/>
            </a:solidFill>
          </a:endParaRPr>
        </a:p>
      </dgm:t>
    </dgm:pt>
    <dgm:pt modelId="{E7573D60-B6F6-4631-B8AA-3EBF11B93661}" type="parTrans" cxnId="{E5C4A35E-A645-42DC-B816-59140530E063}">
      <dgm:prSet/>
      <dgm:spPr/>
      <dgm:t>
        <a:bodyPr/>
        <a:lstStyle/>
        <a:p>
          <a:endParaRPr lang="en-US">
            <a:solidFill>
              <a:schemeClr val="tx1"/>
            </a:solidFill>
          </a:endParaRPr>
        </a:p>
      </dgm:t>
    </dgm:pt>
    <dgm:pt modelId="{754AAAED-70E7-455F-B9B1-F500462294AC}" type="sibTrans" cxnId="{E5C4A35E-A645-42DC-B816-59140530E063}">
      <dgm:prSet/>
      <dgm:spPr/>
      <dgm:t>
        <a:bodyPr/>
        <a:lstStyle/>
        <a:p>
          <a:endParaRPr lang="en-US">
            <a:solidFill>
              <a:schemeClr val="tx1"/>
            </a:solidFill>
          </a:endParaRPr>
        </a:p>
      </dgm:t>
    </dgm:pt>
    <dgm:pt modelId="{EE7B8714-7963-46DC-83D6-E01337132639}">
      <dgm:prSet/>
      <dgm:spPr>
        <a:solidFill>
          <a:schemeClr val="accent6">
            <a:lumMod val="40000"/>
            <a:lumOff val="60000"/>
          </a:schemeClr>
        </a:solidFill>
      </dgm:spPr>
      <dgm:t>
        <a:bodyPr/>
        <a:lstStyle/>
        <a:p>
          <a:r>
            <a:rPr lang="es-ES" dirty="0">
              <a:solidFill>
                <a:schemeClr val="tx1"/>
              </a:solidFill>
            </a:rPr>
            <a:t>Selección de los productos relacionados con la pandemia </a:t>
          </a:r>
          <a:endParaRPr lang="en-US" dirty="0">
            <a:solidFill>
              <a:schemeClr val="tx1"/>
            </a:solidFill>
          </a:endParaRPr>
        </a:p>
      </dgm:t>
    </dgm:pt>
    <dgm:pt modelId="{D9B2317F-9F5F-4DEA-AB86-41D2BE499D4A}" type="parTrans" cxnId="{0C1EF873-A5F5-4DD6-9062-BEBA07852276}">
      <dgm:prSet/>
      <dgm:spPr/>
      <dgm:t>
        <a:bodyPr/>
        <a:lstStyle/>
        <a:p>
          <a:endParaRPr lang="en-US">
            <a:solidFill>
              <a:schemeClr val="tx1"/>
            </a:solidFill>
          </a:endParaRPr>
        </a:p>
      </dgm:t>
    </dgm:pt>
    <dgm:pt modelId="{1E3F15CA-AB78-4C83-9A0D-176A4147A888}" type="sibTrans" cxnId="{0C1EF873-A5F5-4DD6-9062-BEBA07852276}">
      <dgm:prSet/>
      <dgm:spPr/>
      <dgm:t>
        <a:bodyPr/>
        <a:lstStyle/>
        <a:p>
          <a:endParaRPr lang="en-US">
            <a:solidFill>
              <a:schemeClr val="tx1"/>
            </a:solidFill>
          </a:endParaRPr>
        </a:p>
      </dgm:t>
    </dgm:pt>
    <dgm:pt modelId="{AB0F5FDA-7237-469F-B938-B21D286138B7}">
      <dgm:prSet/>
      <dgm:spPr>
        <a:solidFill>
          <a:schemeClr val="accent6">
            <a:lumMod val="40000"/>
            <a:lumOff val="60000"/>
          </a:schemeClr>
        </a:solidFill>
      </dgm:spPr>
      <dgm:t>
        <a:bodyPr/>
        <a:lstStyle/>
        <a:p>
          <a:r>
            <a:rPr lang="es-ES" dirty="0">
              <a:solidFill>
                <a:schemeClr val="tx1"/>
              </a:solidFill>
            </a:rPr>
            <a:t>Simulación de una nueva pandemia con modelos de ecuaciones diferenciales</a:t>
          </a:r>
          <a:endParaRPr lang="en-US" dirty="0">
            <a:solidFill>
              <a:schemeClr val="tx1"/>
            </a:solidFill>
          </a:endParaRPr>
        </a:p>
      </dgm:t>
    </dgm:pt>
    <dgm:pt modelId="{4FD02486-905A-4957-9469-F4AC1701843E}" type="parTrans" cxnId="{2F5161D8-10E6-4206-95D0-FE340B0CAA63}">
      <dgm:prSet/>
      <dgm:spPr/>
      <dgm:t>
        <a:bodyPr/>
        <a:lstStyle/>
        <a:p>
          <a:endParaRPr lang="en-US">
            <a:solidFill>
              <a:schemeClr val="tx1"/>
            </a:solidFill>
          </a:endParaRPr>
        </a:p>
      </dgm:t>
    </dgm:pt>
    <dgm:pt modelId="{A5BFFFF7-9AA9-46E7-AB64-115CBFDDE2FB}" type="sibTrans" cxnId="{2F5161D8-10E6-4206-95D0-FE340B0CAA63}">
      <dgm:prSet/>
      <dgm:spPr/>
      <dgm:t>
        <a:bodyPr/>
        <a:lstStyle/>
        <a:p>
          <a:endParaRPr lang="en-US">
            <a:solidFill>
              <a:schemeClr val="tx1"/>
            </a:solidFill>
          </a:endParaRPr>
        </a:p>
      </dgm:t>
    </dgm:pt>
    <dgm:pt modelId="{40CD6D87-C14F-40A7-9AE4-EDED15275102}">
      <dgm:prSet/>
      <dgm:spPr>
        <a:solidFill>
          <a:schemeClr val="accent6">
            <a:lumMod val="40000"/>
            <a:lumOff val="60000"/>
          </a:schemeClr>
        </a:solidFill>
      </dgm:spPr>
      <dgm:t>
        <a:bodyPr/>
        <a:lstStyle/>
        <a:p>
          <a:r>
            <a:rPr lang="es-ES">
              <a:solidFill>
                <a:schemeClr val="tx1"/>
              </a:solidFill>
            </a:rPr>
            <a:t>Encontrar el modelo predictivo idóneo</a:t>
          </a:r>
          <a:endParaRPr lang="en-US">
            <a:solidFill>
              <a:schemeClr val="tx1"/>
            </a:solidFill>
          </a:endParaRPr>
        </a:p>
      </dgm:t>
    </dgm:pt>
    <dgm:pt modelId="{6F232F65-ED81-44AA-AFA5-7140B6656B9E}" type="parTrans" cxnId="{FD9BD801-8705-4347-8696-565E11D590C1}">
      <dgm:prSet/>
      <dgm:spPr/>
      <dgm:t>
        <a:bodyPr/>
        <a:lstStyle/>
        <a:p>
          <a:endParaRPr lang="en-US">
            <a:solidFill>
              <a:schemeClr val="tx1"/>
            </a:solidFill>
          </a:endParaRPr>
        </a:p>
      </dgm:t>
    </dgm:pt>
    <dgm:pt modelId="{D75BFEE2-2629-4B23-9CF5-026A0F6434AB}" type="sibTrans" cxnId="{FD9BD801-8705-4347-8696-565E11D590C1}">
      <dgm:prSet/>
      <dgm:spPr/>
      <dgm:t>
        <a:bodyPr/>
        <a:lstStyle/>
        <a:p>
          <a:endParaRPr lang="en-US">
            <a:solidFill>
              <a:schemeClr val="tx1"/>
            </a:solidFill>
          </a:endParaRPr>
        </a:p>
      </dgm:t>
    </dgm:pt>
    <dgm:pt modelId="{BE0D341D-EB02-465F-A81E-2796C56D8E9B}">
      <dgm:prSet/>
      <dgm:spPr>
        <a:solidFill>
          <a:schemeClr val="accent6">
            <a:lumMod val="75000"/>
          </a:schemeClr>
        </a:solidFill>
      </dgm:spPr>
      <dgm:t>
        <a:bodyPr/>
        <a:lstStyle/>
        <a:p>
          <a:r>
            <a:rPr lang="es-ES" dirty="0">
              <a:solidFill>
                <a:schemeClr val="tx1"/>
              </a:solidFill>
            </a:rPr>
            <a:t>Aplicar el modelo entrenado a los nuevos datos de casos generados</a:t>
          </a:r>
          <a:endParaRPr lang="en-US" dirty="0">
            <a:solidFill>
              <a:schemeClr val="tx1"/>
            </a:solidFill>
          </a:endParaRPr>
        </a:p>
      </dgm:t>
    </dgm:pt>
    <dgm:pt modelId="{CC9D3F72-09DE-420B-8959-3CF02520B105}" type="parTrans" cxnId="{78439BE5-3905-4F28-9B0A-80C55CD37D90}">
      <dgm:prSet/>
      <dgm:spPr/>
      <dgm:t>
        <a:bodyPr/>
        <a:lstStyle/>
        <a:p>
          <a:endParaRPr lang="en-US">
            <a:solidFill>
              <a:schemeClr val="tx1"/>
            </a:solidFill>
          </a:endParaRPr>
        </a:p>
      </dgm:t>
    </dgm:pt>
    <dgm:pt modelId="{911EA3DF-1675-4AEF-B088-CE265C036956}" type="sibTrans" cxnId="{78439BE5-3905-4F28-9B0A-80C55CD37D90}">
      <dgm:prSet/>
      <dgm:spPr/>
      <dgm:t>
        <a:bodyPr/>
        <a:lstStyle/>
        <a:p>
          <a:endParaRPr lang="en-US">
            <a:solidFill>
              <a:schemeClr val="tx1"/>
            </a:solidFill>
          </a:endParaRPr>
        </a:p>
      </dgm:t>
    </dgm:pt>
    <dgm:pt modelId="{0A871CFB-90DD-4CA8-9AE8-F9F8B5CDF5B6}">
      <dgm:prSet/>
      <dgm:spPr>
        <a:solidFill>
          <a:schemeClr val="accent6">
            <a:lumMod val="40000"/>
            <a:lumOff val="60000"/>
          </a:schemeClr>
        </a:solidFill>
      </dgm:spPr>
      <dgm:t>
        <a:bodyPr/>
        <a:lstStyle/>
        <a:p>
          <a:r>
            <a:rPr lang="es-ES" dirty="0">
              <a:solidFill>
                <a:schemeClr val="tx1"/>
              </a:solidFill>
            </a:rPr>
            <a:t>Extraer conclusiones de los resultados de las predicciones</a:t>
          </a:r>
          <a:endParaRPr lang="en-US" dirty="0">
            <a:solidFill>
              <a:schemeClr val="tx1"/>
            </a:solidFill>
          </a:endParaRPr>
        </a:p>
      </dgm:t>
    </dgm:pt>
    <dgm:pt modelId="{FDDDBF42-827E-481F-8D5C-FF43FEBC12ED}" type="parTrans" cxnId="{D87A5504-7537-4E4D-9834-186A3066ED73}">
      <dgm:prSet/>
      <dgm:spPr/>
      <dgm:t>
        <a:bodyPr/>
        <a:lstStyle/>
        <a:p>
          <a:endParaRPr lang="en-US">
            <a:solidFill>
              <a:schemeClr val="tx1"/>
            </a:solidFill>
          </a:endParaRPr>
        </a:p>
      </dgm:t>
    </dgm:pt>
    <dgm:pt modelId="{66A9BAB8-9CAB-4C6D-AE49-A7DBD7C626A1}" type="sibTrans" cxnId="{D87A5504-7537-4E4D-9834-186A3066ED73}">
      <dgm:prSet/>
      <dgm:spPr/>
      <dgm:t>
        <a:bodyPr/>
        <a:lstStyle/>
        <a:p>
          <a:endParaRPr lang="en-US">
            <a:solidFill>
              <a:schemeClr val="tx1"/>
            </a:solidFill>
          </a:endParaRPr>
        </a:p>
      </dgm:t>
    </dgm:pt>
    <dgm:pt modelId="{B057AB9F-5C1E-5947-B286-FBF800C90113}" type="pres">
      <dgm:prSet presAssocID="{5B0FADBA-A5B2-44E6-8946-855DB8473216}" presName="Name0" presStyleCnt="0">
        <dgm:presLayoutVars>
          <dgm:dir/>
          <dgm:resizeHandles val="exact"/>
        </dgm:presLayoutVars>
      </dgm:prSet>
      <dgm:spPr/>
    </dgm:pt>
    <dgm:pt modelId="{F84B7032-E4BE-4744-B7D2-BD6F1029A950}" type="pres">
      <dgm:prSet presAssocID="{8786C0C4-4D23-4335-A395-72E33D18A188}" presName="node" presStyleLbl="node1" presStyleIdx="0" presStyleCnt="6">
        <dgm:presLayoutVars>
          <dgm:bulletEnabled val="1"/>
        </dgm:presLayoutVars>
      </dgm:prSet>
      <dgm:spPr/>
    </dgm:pt>
    <dgm:pt modelId="{69304C9C-7882-184F-9F54-DC5532CEEEBF}" type="pres">
      <dgm:prSet presAssocID="{754AAAED-70E7-455F-B9B1-F500462294AC}" presName="sibTrans" presStyleLbl="sibTrans1D1" presStyleIdx="0" presStyleCnt="5"/>
      <dgm:spPr/>
    </dgm:pt>
    <dgm:pt modelId="{3BF8C339-BF5E-D64D-A61F-12348880748E}" type="pres">
      <dgm:prSet presAssocID="{754AAAED-70E7-455F-B9B1-F500462294AC}" presName="connectorText" presStyleLbl="sibTrans1D1" presStyleIdx="0" presStyleCnt="5"/>
      <dgm:spPr/>
    </dgm:pt>
    <dgm:pt modelId="{D9C2B107-FB1D-A343-97A2-C04560A8715F}" type="pres">
      <dgm:prSet presAssocID="{EE7B8714-7963-46DC-83D6-E01337132639}" presName="node" presStyleLbl="node1" presStyleIdx="1" presStyleCnt="6">
        <dgm:presLayoutVars>
          <dgm:bulletEnabled val="1"/>
        </dgm:presLayoutVars>
      </dgm:prSet>
      <dgm:spPr/>
    </dgm:pt>
    <dgm:pt modelId="{C781FE29-42DA-6E4E-B1D6-4D99ED4D507A}" type="pres">
      <dgm:prSet presAssocID="{1E3F15CA-AB78-4C83-9A0D-176A4147A888}" presName="sibTrans" presStyleLbl="sibTrans1D1" presStyleIdx="1" presStyleCnt="5"/>
      <dgm:spPr/>
    </dgm:pt>
    <dgm:pt modelId="{CD4CDC15-0B67-DA45-A637-471F79818F48}" type="pres">
      <dgm:prSet presAssocID="{1E3F15CA-AB78-4C83-9A0D-176A4147A888}" presName="connectorText" presStyleLbl="sibTrans1D1" presStyleIdx="1" presStyleCnt="5"/>
      <dgm:spPr/>
    </dgm:pt>
    <dgm:pt modelId="{9C0C7F70-3629-2E41-9906-B37DE060AFDC}" type="pres">
      <dgm:prSet presAssocID="{AB0F5FDA-7237-469F-B938-B21D286138B7}" presName="node" presStyleLbl="node1" presStyleIdx="2" presStyleCnt="6">
        <dgm:presLayoutVars>
          <dgm:bulletEnabled val="1"/>
        </dgm:presLayoutVars>
      </dgm:prSet>
      <dgm:spPr/>
    </dgm:pt>
    <dgm:pt modelId="{5DECD08D-66D2-F249-8EF5-A627401AFA7A}" type="pres">
      <dgm:prSet presAssocID="{A5BFFFF7-9AA9-46E7-AB64-115CBFDDE2FB}" presName="sibTrans" presStyleLbl="sibTrans1D1" presStyleIdx="2" presStyleCnt="5"/>
      <dgm:spPr/>
    </dgm:pt>
    <dgm:pt modelId="{7DCD21B9-C336-B44A-94B8-C5BA8834F780}" type="pres">
      <dgm:prSet presAssocID="{A5BFFFF7-9AA9-46E7-AB64-115CBFDDE2FB}" presName="connectorText" presStyleLbl="sibTrans1D1" presStyleIdx="2" presStyleCnt="5"/>
      <dgm:spPr/>
    </dgm:pt>
    <dgm:pt modelId="{0DCC0A00-AFE8-7447-A14B-3C67EA8FF3C0}" type="pres">
      <dgm:prSet presAssocID="{40CD6D87-C14F-40A7-9AE4-EDED15275102}" presName="node" presStyleLbl="node1" presStyleIdx="3" presStyleCnt="6">
        <dgm:presLayoutVars>
          <dgm:bulletEnabled val="1"/>
        </dgm:presLayoutVars>
      </dgm:prSet>
      <dgm:spPr/>
    </dgm:pt>
    <dgm:pt modelId="{C124F918-7B2A-A94B-A1C8-82DC5F655048}" type="pres">
      <dgm:prSet presAssocID="{D75BFEE2-2629-4B23-9CF5-026A0F6434AB}" presName="sibTrans" presStyleLbl="sibTrans1D1" presStyleIdx="3" presStyleCnt="5"/>
      <dgm:spPr/>
    </dgm:pt>
    <dgm:pt modelId="{3B3041B3-AF08-004E-BE18-54595D014979}" type="pres">
      <dgm:prSet presAssocID="{D75BFEE2-2629-4B23-9CF5-026A0F6434AB}" presName="connectorText" presStyleLbl="sibTrans1D1" presStyleIdx="3" presStyleCnt="5"/>
      <dgm:spPr/>
    </dgm:pt>
    <dgm:pt modelId="{EF7A3984-34D5-4A42-ACA9-B65E5151C4BC}" type="pres">
      <dgm:prSet presAssocID="{BE0D341D-EB02-465F-A81E-2796C56D8E9B}" presName="node" presStyleLbl="node1" presStyleIdx="4" presStyleCnt="6">
        <dgm:presLayoutVars>
          <dgm:bulletEnabled val="1"/>
        </dgm:presLayoutVars>
      </dgm:prSet>
      <dgm:spPr/>
    </dgm:pt>
    <dgm:pt modelId="{BE6C8083-A028-0041-BC25-BA2ACD998F46}" type="pres">
      <dgm:prSet presAssocID="{911EA3DF-1675-4AEF-B088-CE265C036956}" presName="sibTrans" presStyleLbl="sibTrans1D1" presStyleIdx="4" presStyleCnt="5"/>
      <dgm:spPr/>
    </dgm:pt>
    <dgm:pt modelId="{A3A888FF-1CD6-9646-BBAD-0E13569A7425}" type="pres">
      <dgm:prSet presAssocID="{911EA3DF-1675-4AEF-B088-CE265C036956}" presName="connectorText" presStyleLbl="sibTrans1D1" presStyleIdx="4" presStyleCnt="5"/>
      <dgm:spPr/>
    </dgm:pt>
    <dgm:pt modelId="{8BB73857-7A3A-E74E-AC36-3FBD77BC57CB}" type="pres">
      <dgm:prSet presAssocID="{0A871CFB-90DD-4CA8-9AE8-F9F8B5CDF5B6}" presName="node" presStyleLbl="node1" presStyleIdx="5" presStyleCnt="6">
        <dgm:presLayoutVars>
          <dgm:bulletEnabled val="1"/>
        </dgm:presLayoutVars>
      </dgm:prSet>
      <dgm:spPr/>
    </dgm:pt>
  </dgm:ptLst>
  <dgm:cxnLst>
    <dgm:cxn modelId="{FD9BD801-8705-4347-8696-565E11D590C1}" srcId="{5B0FADBA-A5B2-44E6-8946-855DB8473216}" destId="{40CD6D87-C14F-40A7-9AE4-EDED15275102}" srcOrd="3" destOrd="0" parTransId="{6F232F65-ED81-44AA-AFA5-7140B6656B9E}" sibTransId="{D75BFEE2-2629-4B23-9CF5-026A0F6434AB}"/>
    <dgm:cxn modelId="{D87A5504-7537-4E4D-9834-186A3066ED73}" srcId="{5B0FADBA-A5B2-44E6-8946-855DB8473216}" destId="{0A871CFB-90DD-4CA8-9AE8-F9F8B5CDF5B6}" srcOrd="5" destOrd="0" parTransId="{FDDDBF42-827E-481F-8D5C-FF43FEBC12ED}" sibTransId="{66A9BAB8-9CAB-4C6D-AE49-A7DBD7C626A1}"/>
    <dgm:cxn modelId="{5D6E5806-E5A1-B249-9DA6-CD1EC1C47C25}" type="presOf" srcId="{911EA3DF-1675-4AEF-B088-CE265C036956}" destId="{A3A888FF-1CD6-9646-BBAD-0E13569A7425}" srcOrd="1" destOrd="0" presId="urn:microsoft.com/office/officeart/2016/7/layout/RepeatingBendingProcessNew"/>
    <dgm:cxn modelId="{BBE96B24-A735-1B4F-AEB0-9E6EE5CDC6AF}" type="presOf" srcId="{8786C0C4-4D23-4335-A395-72E33D18A188}" destId="{F84B7032-E4BE-4744-B7D2-BD6F1029A950}" srcOrd="0" destOrd="0" presId="urn:microsoft.com/office/officeart/2016/7/layout/RepeatingBendingProcessNew"/>
    <dgm:cxn modelId="{7E58E02B-E47E-6B4F-BE01-45CD80381E5A}" type="presOf" srcId="{D75BFEE2-2629-4B23-9CF5-026A0F6434AB}" destId="{C124F918-7B2A-A94B-A1C8-82DC5F655048}" srcOrd="0" destOrd="0" presId="urn:microsoft.com/office/officeart/2016/7/layout/RepeatingBendingProcessNew"/>
    <dgm:cxn modelId="{BE8AC92C-D1A2-4649-9839-FC4018CB320D}" type="presOf" srcId="{EE7B8714-7963-46DC-83D6-E01337132639}" destId="{D9C2B107-FB1D-A343-97A2-C04560A8715F}" srcOrd="0" destOrd="0" presId="urn:microsoft.com/office/officeart/2016/7/layout/RepeatingBendingProcessNew"/>
    <dgm:cxn modelId="{76A0A25C-8B9D-284C-ACD8-C7486F6CCCB3}" type="presOf" srcId="{1E3F15CA-AB78-4C83-9A0D-176A4147A888}" destId="{C781FE29-42DA-6E4E-B1D6-4D99ED4D507A}" srcOrd="0" destOrd="0" presId="urn:microsoft.com/office/officeart/2016/7/layout/RepeatingBendingProcessNew"/>
    <dgm:cxn modelId="{E5C4A35E-A645-42DC-B816-59140530E063}" srcId="{5B0FADBA-A5B2-44E6-8946-855DB8473216}" destId="{8786C0C4-4D23-4335-A395-72E33D18A188}" srcOrd="0" destOrd="0" parTransId="{E7573D60-B6F6-4631-B8AA-3EBF11B93661}" sibTransId="{754AAAED-70E7-455F-B9B1-F500462294AC}"/>
    <dgm:cxn modelId="{DF3B0267-A8DC-D441-84E8-FC06ACC1B011}" type="presOf" srcId="{AB0F5FDA-7237-469F-B938-B21D286138B7}" destId="{9C0C7F70-3629-2E41-9906-B37DE060AFDC}" srcOrd="0" destOrd="0" presId="urn:microsoft.com/office/officeart/2016/7/layout/RepeatingBendingProcessNew"/>
    <dgm:cxn modelId="{F65CCC6C-09E7-9C47-9B00-EAC091C73967}" type="presOf" srcId="{911EA3DF-1675-4AEF-B088-CE265C036956}" destId="{BE6C8083-A028-0041-BC25-BA2ACD998F46}" srcOrd="0" destOrd="0" presId="urn:microsoft.com/office/officeart/2016/7/layout/RepeatingBendingProcessNew"/>
    <dgm:cxn modelId="{0C1EF873-A5F5-4DD6-9062-BEBA07852276}" srcId="{5B0FADBA-A5B2-44E6-8946-855DB8473216}" destId="{EE7B8714-7963-46DC-83D6-E01337132639}" srcOrd="1" destOrd="0" parTransId="{D9B2317F-9F5F-4DEA-AB86-41D2BE499D4A}" sibTransId="{1E3F15CA-AB78-4C83-9A0D-176A4147A888}"/>
    <dgm:cxn modelId="{1A6F3B7E-96DD-BC4D-9377-326D85723F37}" type="presOf" srcId="{A5BFFFF7-9AA9-46E7-AB64-115CBFDDE2FB}" destId="{5DECD08D-66D2-F249-8EF5-A627401AFA7A}" srcOrd="0" destOrd="0" presId="urn:microsoft.com/office/officeart/2016/7/layout/RepeatingBendingProcessNew"/>
    <dgm:cxn modelId="{22981E8E-F705-9242-AB1A-91D40317C830}" type="presOf" srcId="{A5BFFFF7-9AA9-46E7-AB64-115CBFDDE2FB}" destId="{7DCD21B9-C336-B44A-94B8-C5BA8834F780}" srcOrd="1" destOrd="0" presId="urn:microsoft.com/office/officeart/2016/7/layout/RepeatingBendingProcessNew"/>
    <dgm:cxn modelId="{55A28094-2150-A34B-A371-D1B58F4BD7DB}" type="presOf" srcId="{0A871CFB-90DD-4CA8-9AE8-F9F8B5CDF5B6}" destId="{8BB73857-7A3A-E74E-AC36-3FBD77BC57CB}" srcOrd="0" destOrd="0" presId="urn:microsoft.com/office/officeart/2016/7/layout/RepeatingBendingProcessNew"/>
    <dgm:cxn modelId="{C4EF0E98-8421-D84F-9F0F-A2E4B2F7CDDB}" type="presOf" srcId="{754AAAED-70E7-455F-B9B1-F500462294AC}" destId="{3BF8C339-BF5E-D64D-A61F-12348880748E}" srcOrd="1" destOrd="0" presId="urn:microsoft.com/office/officeart/2016/7/layout/RepeatingBendingProcessNew"/>
    <dgm:cxn modelId="{E60956AC-5606-2042-B2E6-2C35A45F6E2F}" type="presOf" srcId="{5B0FADBA-A5B2-44E6-8946-855DB8473216}" destId="{B057AB9F-5C1E-5947-B286-FBF800C90113}" srcOrd="0" destOrd="0" presId="urn:microsoft.com/office/officeart/2016/7/layout/RepeatingBendingProcessNew"/>
    <dgm:cxn modelId="{E70BADBA-4DB5-BB47-A2C6-8A76B4975483}" type="presOf" srcId="{1E3F15CA-AB78-4C83-9A0D-176A4147A888}" destId="{CD4CDC15-0B67-DA45-A637-471F79818F48}" srcOrd="1" destOrd="0" presId="urn:microsoft.com/office/officeart/2016/7/layout/RepeatingBendingProcessNew"/>
    <dgm:cxn modelId="{9664E6D2-2E66-9046-9FFA-DDC9556968F5}" type="presOf" srcId="{BE0D341D-EB02-465F-A81E-2796C56D8E9B}" destId="{EF7A3984-34D5-4A42-ACA9-B65E5151C4BC}" srcOrd="0" destOrd="0" presId="urn:microsoft.com/office/officeart/2016/7/layout/RepeatingBendingProcessNew"/>
    <dgm:cxn modelId="{D7DFE7D4-C49F-2B48-8F76-B188092F60E6}" type="presOf" srcId="{754AAAED-70E7-455F-B9B1-F500462294AC}" destId="{69304C9C-7882-184F-9F54-DC5532CEEEBF}" srcOrd="0" destOrd="0" presId="urn:microsoft.com/office/officeart/2016/7/layout/RepeatingBendingProcessNew"/>
    <dgm:cxn modelId="{2F5161D8-10E6-4206-95D0-FE340B0CAA63}" srcId="{5B0FADBA-A5B2-44E6-8946-855DB8473216}" destId="{AB0F5FDA-7237-469F-B938-B21D286138B7}" srcOrd="2" destOrd="0" parTransId="{4FD02486-905A-4957-9469-F4AC1701843E}" sibTransId="{A5BFFFF7-9AA9-46E7-AB64-115CBFDDE2FB}"/>
    <dgm:cxn modelId="{9BB473DE-4FFF-B34C-9789-99DC0BF01C5F}" type="presOf" srcId="{D75BFEE2-2629-4B23-9CF5-026A0F6434AB}" destId="{3B3041B3-AF08-004E-BE18-54595D014979}" srcOrd="1" destOrd="0" presId="urn:microsoft.com/office/officeart/2016/7/layout/RepeatingBendingProcessNew"/>
    <dgm:cxn modelId="{78439BE5-3905-4F28-9B0A-80C55CD37D90}" srcId="{5B0FADBA-A5B2-44E6-8946-855DB8473216}" destId="{BE0D341D-EB02-465F-A81E-2796C56D8E9B}" srcOrd="4" destOrd="0" parTransId="{CC9D3F72-09DE-420B-8959-3CF02520B105}" sibTransId="{911EA3DF-1675-4AEF-B088-CE265C036956}"/>
    <dgm:cxn modelId="{CF3116FE-DA8B-4645-89B2-49517D1D6069}" type="presOf" srcId="{40CD6D87-C14F-40A7-9AE4-EDED15275102}" destId="{0DCC0A00-AFE8-7447-A14B-3C67EA8FF3C0}" srcOrd="0" destOrd="0" presId="urn:microsoft.com/office/officeart/2016/7/layout/RepeatingBendingProcessNew"/>
    <dgm:cxn modelId="{7D4C84ED-1E3E-6F4E-AC42-21714DE09F26}" type="presParOf" srcId="{B057AB9F-5C1E-5947-B286-FBF800C90113}" destId="{F84B7032-E4BE-4744-B7D2-BD6F1029A950}" srcOrd="0" destOrd="0" presId="urn:microsoft.com/office/officeart/2016/7/layout/RepeatingBendingProcessNew"/>
    <dgm:cxn modelId="{2DB6641A-E25A-F645-AA07-0904249DA7E8}" type="presParOf" srcId="{B057AB9F-5C1E-5947-B286-FBF800C90113}" destId="{69304C9C-7882-184F-9F54-DC5532CEEEBF}" srcOrd="1" destOrd="0" presId="urn:microsoft.com/office/officeart/2016/7/layout/RepeatingBendingProcessNew"/>
    <dgm:cxn modelId="{64B5C9E0-FAFF-8645-BD26-6191C68464C0}" type="presParOf" srcId="{69304C9C-7882-184F-9F54-DC5532CEEEBF}" destId="{3BF8C339-BF5E-D64D-A61F-12348880748E}" srcOrd="0" destOrd="0" presId="urn:microsoft.com/office/officeart/2016/7/layout/RepeatingBendingProcessNew"/>
    <dgm:cxn modelId="{B8C02EEA-2CD9-E44C-9B4C-B39EA3E6004E}" type="presParOf" srcId="{B057AB9F-5C1E-5947-B286-FBF800C90113}" destId="{D9C2B107-FB1D-A343-97A2-C04560A8715F}" srcOrd="2" destOrd="0" presId="urn:microsoft.com/office/officeart/2016/7/layout/RepeatingBendingProcessNew"/>
    <dgm:cxn modelId="{6743B558-C41B-D444-BF31-FD0627F37687}" type="presParOf" srcId="{B057AB9F-5C1E-5947-B286-FBF800C90113}" destId="{C781FE29-42DA-6E4E-B1D6-4D99ED4D507A}" srcOrd="3" destOrd="0" presId="urn:microsoft.com/office/officeart/2016/7/layout/RepeatingBendingProcessNew"/>
    <dgm:cxn modelId="{59F25866-DB70-5545-97CC-8DDE917B8344}" type="presParOf" srcId="{C781FE29-42DA-6E4E-B1D6-4D99ED4D507A}" destId="{CD4CDC15-0B67-DA45-A637-471F79818F48}" srcOrd="0" destOrd="0" presId="urn:microsoft.com/office/officeart/2016/7/layout/RepeatingBendingProcessNew"/>
    <dgm:cxn modelId="{4984DC25-BB3D-F041-8CEA-AFF4F0D9B7CE}" type="presParOf" srcId="{B057AB9F-5C1E-5947-B286-FBF800C90113}" destId="{9C0C7F70-3629-2E41-9906-B37DE060AFDC}" srcOrd="4" destOrd="0" presId="urn:microsoft.com/office/officeart/2016/7/layout/RepeatingBendingProcessNew"/>
    <dgm:cxn modelId="{94F2B80E-E89B-894D-9DA1-665672D65F70}" type="presParOf" srcId="{B057AB9F-5C1E-5947-B286-FBF800C90113}" destId="{5DECD08D-66D2-F249-8EF5-A627401AFA7A}" srcOrd="5" destOrd="0" presId="urn:microsoft.com/office/officeart/2016/7/layout/RepeatingBendingProcessNew"/>
    <dgm:cxn modelId="{5A290392-CA1D-9645-95C2-CE2DBE8BBA4A}" type="presParOf" srcId="{5DECD08D-66D2-F249-8EF5-A627401AFA7A}" destId="{7DCD21B9-C336-B44A-94B8-C5BA8834F780}" srcOrd="0" destOrd="0" presId="urn:microsoft.com/office/officeart/2016/7/layout/RepeatingBendingProcessNew"/>
    <dgm:cxn modelId="{4F99C75F-5201-CC4D-BABF-E4A08E3A9592}" type="presParOf" srcId="{B057AB9F-5C1E-5947-B286-FBF800C90113}" destId="{0DCC0A00-AFE8-7447-A14B-3C67EA8FF3C0}" srcOrd="6" destOrd="0" presId="urn:microsoft.com/office/officeart/2016/7/layout/RepeatingBendingProcessNew"/>
    <dgm:cxn modelId="{BA3F0EB6-7253-E849-AF7A-98D9D37BAB59}" type="presParOf" srcId="{B057AB9F-5C1E-5947-B286-FBF800C90113}" destId="{C124F918-7B2A-A94B-A1C8-82DC5F655048}" srcOrd="7" destOrd="0" presId="urn:microsoft.com/office/officeart/2016/7/layout/RepeatingBendingProcessNew"/>
    <dgm:cxn modelId="{2B5E4B58-DE5E-DD48-AC58-187815EA3D81}" type="presParOf" srcId="{C124F918-7B2A-A94B-A1C8-82DC5F655048}" destId="{3B3041B3-AF08-004E-BE18-54595D014979}" srcOrd="0" destOrd="0" presId="urn:microsoft.com/office/officeart/2016/7/layout/RepeatingBendingProcessNew"/>
    <dgm:cxn modelId="{9E2AB8DA-45B4-CA47-8043-002F454CE085}" type="presParOf" srcId="{B057AB9F-5C1E-5947-B286-FBF800C90113}" destId="{EF7A3984-34D5-4A42-ACA9-B65E5151C4BC}" srcOrd="8" destOrd="0" presId="urn:microsoft.com/office/officeart/2016/7/layout/RepeatingBendingProcessNew"/>
    <dgm:cxn modelId="{C7DCBE33-801E-6840-A71B-6C095F57A145}" type="presParOf" srcId="{B057AB9F-5C1E-5947-B286-FBF800C90113}" destId="{BE6C8083-A028-0041-BC25-BA2ACD998F46}" srcOrd="9" destOrd="0" presId="urn:microsoft.com/office/officeart/2016/7/layout/RepeatingBendingProcessNew"/>
    <dgm:cxn modelId="{3EF05F3E-40D3-2449-BFAB-76B1F5AEF724}" type="presParOf" srcId="{BE6C8083-A028-0041-BC25-BA2ACD998F46}" destId="{A3A888FF-1CD6-9646-BBAD-0E13569A7425}" srcOrd="0" destOrd="0" presId="urn:microsoft.com/office/officeart/2016/7/layout/RepeatingBendingProcessNew"/>
    <dgm:cxn modelId="{599DADDC-70EB-2F4A-8798-394B37A0FE75}" type="presParOf" srcId="{B057AB9F-5C1E-5947-B286-FBF800C90113}" destId="{8BB73857-7A3A-E74E-AC36-3FBD77BC57CB}" srcOrd="10" destOrd="0" presId="urn:microsoft.com/office/officeart/2016/7/layout/RepeatingBendingProcessNew"/>
  </dgm:cxnLst>
  <dgm:bg>
    <a:noFill/>
  </dgm:bg>
  <dgm:whole>
    <a:ln>
      <a:solidFill>
        <a:schemeClr val="accent6">
          <a:lumMod val="20000"/>
          <a:lumOff val="80000"/>
        </a:schemeClr>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B0FADBA-A5B2-44E6-8946-855DB8473216}" type="doc">
      <dgm:prSet loTypeId="urn:microsoft.com/office/officeart/2016/7/layout/RepeatingBendingProcessNew" loCatId="process" qsTypeId="urn:microsoft.com/office/officeart/2005/8/quickstyle/simple2" qsCatId="simple" csTypeId="urn:microsoft.com/office/officeart/2005/8/colors/accent6_2" csCatId="accent6" phldr="1"/>
      <dgm:spPr/>
      <dgm:t>
        <a:bodyPr/>
        <a:lstStyle/>
        <a:p>
          <a:endParaRPr lang="en-US"/>
        </a:p>
      </dgm:t>
    </dgm:pt>
    <dgm:pt modelId="{8786C0C4-4D23-4335-A395-72E33D18A188}">
      <dgm:prSet/>
      <dgm:spPr>
        <a:solidFill>
          <a:schemeClr val="accent6">
            <a:lumMod val="40000"/>
            <a:lumOff val="60000"/>
          </a:schemeClr>
        </a:solidFill>
      </dgm:spPr>
      <dgm:t>
        <a:bodyPr/>
        <a:lstStyle/>
        <a:p>
          <a:r>
            <a:rPr lang="es-ES" dirty="0">
              <a:solidFill>
                <a:schemeClr val="tx1"/>
              </a:solidFill>
            </a:rPr>
            <a:t>Recopilación de datos históricos</a:t>
          </a:r>
          <a:endParaRPr lang="en-US" dirty="0">
            <a:solidFill>
              <a:schemeClr val="tx1"/>
            </a:solidFill>
          </a:endParaRPr>
        </a:p>
      </dgm:t>
    </dgm:pt>
    <dgm:pt modelId="{E7573D60-B6F6-4631-B8AA-3EBF11B93661}" type="parTrans" cxnId="{E5C4A35E-A645-42DC-B816-59140530E063}">
      <dgm:prSet/>
      <dgm:spPr/>
      <dgm:t>
        <a:bodyPr/>
        <a:lstStyle/>
        <a:p>
          <a:endParaRPr lang="en-US">
            <a:solidFill>
              <a:schemeClr val="tx1"/>
            </a:solidFill>
          </a:endParaRPr>
        </a:p>
      </dgm:t>
    </dgm:pt>
    <dgm:pt modelId="{754AAAED-70E7-455F-B9B1-F500462294AC}" type="sibTrans" cxnId="{E5C4A35E-A645-42DC-B816-59140530E063}">
      <dgm:prSet/>
      <dgm:spPr/>
      <dgm:t>
        <a:bodyPr/>
        <a:lstStyle/>
        <a:p>
          <a:endParaRPr lang="en-US">
            <a:solidFill>
              <a:schemeClr val="tx1"/>
            </a:solidFill>
          </a:endParaRPr>
        </a:p>
      </dgm:t>
    </dgm:pt>
    <dgm:pt modelId="{EE7B8714-7963-46DC-83D6-E01337132639}">
      <dgm:prSet/>
      <dgm:spPr>
        <a:solidFill>
          <a:schemeClr val="accent6">
            <a:lumMod val="40000"/>
            <a:lumOff val="60000"/>
          </a:schemeClr>
        </a:solidFill>
      </dgm:spPr>
      <dgm:t>
        <a:bodyPr/>
        <a:lstStyle/>
        <a:p>
          <a:r>
            <a:rPr lang="es-ES" dirty="0">
              <a:solidFill>
                <a:schemeClr val="tx1"/>
              </a:solidFill>
            </a:rPr>
            <a:t>Selección de los productos relacionados con la pandemia </a:t>
          </a:r>
          <a:endParaRPr lang="en-US" dirty="0">
            <a:solidFill>
              <a:schemeClr val="tx1"/>
            </a:solidFill>
          </a:endParaRPr>
        </a:p>
      </dgm:t>
    </dgm:pt>
    <dgm:pt modelId="{D9B2317F-9F5F-4DEA-AB86-41D2BE499D4A}" type="parTrans" cxnId="{0C1EF873-A5F5-4DD6-9062-BEBA07852276}">
      <dgm:prSet/>
      <dgm:spPr/>
      <dgm:t>
        <a:bodyPr/>
        <a:lstStyle/>
        <a:p>
          <a:endParaRPr lang="en-US">
            <a:solidFill>
              <a:schemeClr val="tx1"/>
            </a:solidFill>
          </a:endParaRPr>
        </a:p>
      </dgm:t>
    </dgm:pt>
    <dgm:pt modelId="{1E3F15CA-AB78-4C83-9A0D-176A4147A888}" type="sibTrans" cxnId="{0C1EF873-A5F5-4DD6-9062-BEBA07852276}">
      <dgm:prSet/>
      <dgm:spPr/>
      <dgm:t>
        <a:bodyPr/>
        <a:lstStyle/>
        <a:p>
          <a:endParaRPr lang="en-US">
            <a:solidFill>
              <a:schemeClr val="tx1"/>
            </a:solidFill>
          </a:endParaRPr>
        </a:p>
      </dgm:t>
    </dgm:pt>
    <dgm:pt modelId="{AB0F5FDA-7237-469F-B938-B21D286138B7}">
      <dgm:prSet/>
      <dgm:spPr>
        <a:solidFill>
          <a:schemeClr val="accent6">
            <a:lumMod val="40000"/>
            <a:lumOff val="60000"/>
          </a:schemeClr>
        </a:solidFill>
      </dgm:spPr>
      <dgm:t>
        <a:bodyPr/>
        <a:lstStyle/>
        <a:p>
          <a:r>
            <a:rPr lang="es-ES" dirty="0">
              <a:solidFill>
                <a:schemeClr val="tx1"/>
              </a:solidFill>
            </a:rPr>
            <a:t>Simulación de una nueva pandemia con modelos de ecuaciones diferenciales</a:t>
          </a:r>
          <a:endParaRPr lang="en-US" dirty="0">
            <a:solidFill>
              <a:schemeClr val="tx1"/>
            </a:solidFill>
          </a:endParaRPr>
        </a:p>
      </dgm:t>
    </dgm:pt>
    <dgm:pt modelId="{4FD02486-905A-4957-9469-F4AC1701843E}" type="parTrans" cxnId="{2F5161D8-10E6-4206-95D0-FE340B0CAA63}">
      <dgm:prSet/>
      <dgm:spPr/>
      <dgm:t>
        <a:bodyPr/>
        <a:lstStyle/>
        <a:p>
          <a:endParaRPr lang="en-US">
            <a:solidFill>
              <a:schemeClr val="tx1"/>
            </a:solidFill>
          </a:endParaRPr>
        </a:p>
      </dgm:t>
    </dgm:pt>
    <dgm:pt modelId="{A5BFFFF7-9AA9-46E7-AB64-115CBFDDE2FB}" type="sibTrans" cxnId="{2F5161D8-10E6-4206-95D0-FE340B0CAA63}">
      <dgm:prSet/>
      <dgm:spPr/>
      <dgm:t>
        <a:bodyPr/>
        <a:lstStyle/>
        <a:p>
          <a:endParaRPr lang="en-US">
            <a:solidFill>
              <a:schemeClr val="tx1"/>
            </a:solidFill>
          </a:endParaRPr>
        </a:p>
      </dgm:t>
    </dgm:pt>
    <dgm:pt modelId="{40CD6D87-C14F-40A7-9AE4-EDED15275102}">
      <dgm:prSet/>
      <dgm:spPr>
        <a:solidFill>
          <a:schemeClr val="accent6">
            <a:lumMod val="40000"/>
            <a:lumOff val="60000"/>
          </a:schemeClr>
        </a:solidFill>
      </dgm:spPr>
      <dgm:t>
        <a:bodyPr/>
        <a:lstStyle/>
        <a:p>
          <a:r>
            <a:rPr lang="es-ES">
              <a:solidFill>
                <a:schemeClr val="tx1"/>
              </a:solidFill>
            </a:rPr>
            <a:t>Encontrar el modelo predictivo idóneo</a:t>
          </a:r>
          <a:endParaRPr lang="en-US">
            <a:solidFill>
              <a:schemeClr val="tx1"/>
            </a:solidFill>
          </a:endParaRPr>
        </a:p>
      </dgm:t>
    </dgm:pt>
    <dgm:pt modelId="{6F232F65-ED81-44AA-AFA5-7140B6656B9E}" type="parTrans" cxnId="{FD9BD801-8705-4347-8696-565E11D590C1}">
      <dgm:prSet/>
      <dgm:spPr/>
      <dgm:t>
        <a:bodyPr/>
        <a:lstStyle/>
        <a:p>
          <a:endParaRPr lang="en-US">
            <a:solidFill>
              <a:schemeClr val="tx1"/>
            </a:solidFill>
          </a:endParaRPr>
        </a:p>
      </dgm:t>
    </dgm:pt>
    <dgm:pt modelId="{D75BFEE2-2629-4B23-9CF5-026A0F6434AB}" type="sibTrans" cxnId="{FD9BD801-8705-4347-8696-565E11D590C1}">
      <dgm:prSet/>
      <dgm:spPr/>
      <dgm:t>
        <a:bodyPr/>
        <a:lstStyle/>
        <a:p>
          <a:endParaRPr lang="en-US">
            <a:solidFill>
              <a:schemeClr val="tx1"/>
            </a:solidFill>
          </a:endParaRPr>
        </a:p>
      </dgm:t>
    </dgm:pt>
    <dgm:pt modelId="{BE0D341D-EB02-465F-A81E-2796C56D8E9B}">
      <dgm:prSet/>
      <dgm:spPr>
        <a:solidFill>
          <a:schemeClr val="accent6">
            <a:lumMod val="40000"/>
            <a:lumOff val="60000"/>
          </a:schemeClr>
        </a:solidFill>
      </dgm:spPr>
      <dgm:t>
        <a:bodyPr/>
        <a:lstStyle/>
        <a:p>
          <a:r>
            <a:rPr lang="es-ES" dirty="0">
              <a:solidFill>
                <a:schemeClr val="tx1"/>
              </a:solidFill>
            </a:rPr>
            <a:t>Aplicar el modelo entrenado a los nuevos datos de casos generados</a:t>
          </a:r>
          <a:endParaRPr lang="en-US" dirty="0">
            <a:solidFill>
              <a:schemeClr val="tx1"/>
            </a:solidFill>
          </a:endParaRPr>
        </a:p>
      </dgm:t>
    </dgm:pt>
    <dgm:pt modelId="{CC9D3F72-09DE-420B-8959-3CF02520B105}" type="parTrans" cxnId="{78439BE5-3905-4F28-9B0A-80C55CD37D90}">
      <dgm:prSet/>
      <dgm:spPr/>
      <dgm:t>
        <a:bodyPr/>
        <a:lstStyle/>
        <a:p>
          <a:endParaRPr lang="en-US">
            <a:solidFill>
              <a:schemeClr val="tx1"/>
            </a:solidFill>
          </a:endParaRPr>
        </a:p>
      </dgm:t>
    </dgm:pt>
    <dgm:pt modelId="{911EA3DF-1675-4AEF-B088-CE265C036956}" type="sibTrans" cxnId="{78439BE5-3905-4F28-9B0A-80C55CD37D90}">
      <dgm:prSet/>
      <dgm:spPr/>
      <dgm:t>
        <a:bodyPr/>
        <a:lstStyle/>
        <a:p>
          <a:endParaRPr lang="en-US">
            <a:solidFill>
              <a:schemeClr val="tx1"/>
            </a:solidFill>
          </a:endParaRPr>
        </a:p>
      </dgm:t>
    </dgm:pt>
    <dgm:pt modelId="{0A871CFB-90DD-4CA8-9AE8-F9F8B5CDF5B6}">
      <dgm:prSet/>
      <dgm:spPr>
        <a:solidFill>
          <a:schemeClr val="accent6">
            <a:lumMod val="75000"/>
          </a:schemeClr>
        </a:solidFill>
      </dgm:spPr>
      <dgm:t>
        <a:bodyPr/>
        <a:lstStyle/>
        <a:p>
          <a:r>
            <a:rPr lang="es-ES" dirty="0">
              <a:solidFill>
                <a:schemeClr val="tx1"/>
              </a:solidFill>
            </a:rPr>
            <a:t>Extraer conclusiones de los resultados de las predicciones</a:t>
          </a:r>
          <a:endParaRPr lang="en-US" dirty="0">
            <a:solidFill>
              <a:schemeClr val="tx1"/>
            </a:solidFill>
          </a:endParaRPr>
        </a:p>
      </dgm:t>
    </dgm:pt>
    <dgm:pt modelId="{FDDDBF42-827E-481F-8D5C-FF43FEBC12ED}" type="parTrans" cxnId="{D87A5504-7537-4E4D-9834-186A3066ED73}">
      <dgm:prSet/>
      <dgm:spPr/>
      <dgm:t>
        <a:bodyPr/>
        <a:lstStyle/>
        <a:p>
          <a:endParaRPr lang="en-US">
            <a:solidFill>
              <a:schemeClr val="tx1"/>
            </a:solidFill>
          </a:endParaRPr>
        </a:p>
      </dgm:t>
    </dgm:pt>
    <dgm:pt modelId="{66A9BAB8-9CAB-4C6D-AE49-A7DBD7C626A1}" type="sibTrans" cxnId="{D87A5504-7537-4E4D-9834-186A3066ED73}">
      <dgm:prSet/>
      <dgm:spPr/>
      <dgm:t>
        <a:bodyPr/>
        <a:lstStyle/>
        <a:p>
          <a:endParaRPr lang="en-US">
            <a:solidFill>
              <a:schemeClr val="tx1"/>
            </a:solidFill>
          </a:endParaRPr>
        </a:p>
      </dgm:t>
    </dgm:pt>
    <dgm:pt modelId="{B057AB9F-5C1E-5947-B286-FBF800C90113}" type="pres">
      <dgm:prSet presAssocID="{5B0FADBA-A5B2-44E6-8946-855DB8473216}" presName="Name0" presStyleCnt="0">
        <dgm:presLayoutVars>
          <dgm:dir/>
          <dgm:resizeHandles val="exact"/>
        </dgm:presLayoutVars>
      </dgm:prSet>
      <dgm:spPr/>
    </dgm:pt>
    <dgm:pt modelId="{F84B7032-E4BE-4744-B7D2-BD6F1029A950}" type="pres">
      <dgm:prSet presAssocID="{8786C0C4-4D23-4335-A395-72E33D18A188}" presName="node" presStyleLbl="node1" presStyleIdx="0" presStyleCnt="6">
        <dgm:presLayoutVars>
          <dgm:bulletEnabled val="1"/>
        </dgm:presLayoutVars>
      </dgm:prSet>
      <dgm:spPr/>
    </dgm:pt>
    <dgm:pt modelId="{69304C9C-7882-184F-9F54-DC5532CEEEBF}" type="pres">
      <dgm:prSet presAssocID="{754AAAED-70E7-455F-B9B1-F500462294AC}" presName="sibTrans" presStyleLbl="sibTrans1D1" presStyleIdx="0" presStyleCnt="5"/>
      <dgm:spPr/>
    </dgm:pt>
    <dgm:pt modelId="{3BF8C339-BF5E-D64D-A61F-12348880748E}" type="pres">
      <dgm:prSet presAssocID="{754AAAED-70E7-455F-B9B1-F500462294AC}" presName="connectorText" presStyleLbl="sibTrans1D1" presStyleIdx="0" presStyleCnt="5"/>
      <dgm:spPr/>
    </dgm:pt>
    <dgm:pt modelId="{D9C2B107-FB1D-A343-97A2-C04560A8715F}" type="pres">
      <dgm:prSet presAssocID="{EE7B8714-7963-46DC-83D6-E01337132639}" presName="node" presStyleLbl="node1" presStyleIdx="1" presStyleCnt="6">
        <dgm:presLayoutVars>
          <dgm:bulletEnabled val="1"/>
        </dgm:presLayoutVars>
      </dgm:prSet>
      <dgm:spPr/>
    </dgm:pt>
    <dgm:pt modelId="{C781FE29-42DA-6E4E-B1D6-4D99ED4D507A}" type="pres">
      <dgm:prSet presAssocID="{1E3F15CA-AB78-4C83-9A0D-176A4147A888}" presName="sibTrans" presStyleLbl="sibTrans1D1" presStyleIdx="1" presStyleCnt="5"/>
      <dgm:spPr/>
    </dgm:pt>
    <dgm:pt modelId="{CD4CDC15-0B67-DA45-A637-471F79818F48}" type="pres">
      <dgm:prSet presAssocID="{1E3F15CA-AB78-4C83-9A0D-176A4147A888}" presName="connectorText" presStyleLbl="sibTrans1D1" presStyleIdx="1" presStyleCnt="5"/>
      <dgm:spPr/>
    </dgm:pt>
    <dgm:pt modelId="{9C0C7F70-3629-2E41-9906-B37DE060AFDC}" type="pres">
      <dgm:prSet presAssocID="{AB0F5FDA-7237-469F-B938-B21D286138B7}" presName="node" presStyleLbl="node1" presStyleIdx="2" presStyleCnt="6">
        <dgm:presLayoutVars>
          <dgm:bulletEnabled val="1"/>
        </dgm:presLayoutVars>
      </dgm:prSet>
      <dgm:spPr/>
    </dgm:pt>
    <dgm:pt modelId="{5DECD08D-66D2-F249-8EF5-A627401AFA7A}" type="pres">
      <dgm:prSet presAssocID="{A5BFFFF7-9AA9-46E7-AB64-115CBFDDE2FB}" presName="sibTrans" presStyleLbl="sibTrans1D1" presStyleIdx="2" presStyleCnt="5"/>
      <dgm:spPr/>
    </dgm:pt>
    <dgm:pt modelId="{7DCD21B9-C336-B44A-94B8-C5BA8834F780}" type="pres">
      <dgm:prSet presAssocID="{A5BFFFF7-9AA9-46E7-AB64-115CBFDDE2FB}" presName="connectorText" presStyleLbl="sibTrans1D1" presStyleIdx="2" presStyleCnt="5"/>
      <dgm:spPr/>
    </dgm:pt>
    <dgm:pt modelId="{0DCC0A00-AFE8-7447-A14B-3C67EA8FF3C0}" type="pres">
      <dgm:prSet presAssocID="{40CD6D87-C14F-40A7-9AE4-EDED15275102}" presName="node" presStyleLbl="node1" presStyleIdx="3" presStyleCnt="6">
        <dgm:presLayoutVars>
          <dgm:bulletEnabled val="1"/>
        </dgm:presLayoutVars>
      </dgm:prSet>
      <dgm:spPr/>
    </dgm:pt>
    <dgm:pt modelId="{C124F918-7B2A-A94B-A1C8-82DC5F655048}" type="pres">
      <dgm:prSet presAssocID="{D75BFEE2-2629-4B23-9CF5-026A0F6434AB}" presName="sibTrans" presStyleLbl="sibTrans1D1" presStyleIdx="3" presStyleCnt="5"/>
      <dgm:spPr/>
    </dgm:pt>
    <dgm:pt modelId="{3B3041B3-AF08-004E-BE18-54595D014979}" type="pres">
      <dgm:prSet presAssocID="{D75BFEE2-2629-4B23-9CF5-026A0F6434AB}" presName="connectorText" presStyleLbl="sibTrans1D1" presStyleIdx="3" presStyleCnt="5"/>
      <dgm:spPr/>
    </dgm:pt>
    <dgm:pt modelId="{EF7A3984-34D5-4A42-ACA9-B65E5151C4BC}" type="pres">
      <dgm:prSet presAssocID="{BE0D341D-EB02-465F-A81E-2796C56D8E9B}" presName="node" presStyleLbl="node1" presStyleIdx="4" presStyleCnt="6">
        <dgm:presLayoutVars>
          <dgm:bulletEnabled val="1"/>
        </dgm:presLayoutVars>
      </dgm:prSet>
      <dgm:spPr/>
    </dgm:pt>
    <dgm:pt modelId="{BE6C8083-A028-0041-BC25-BA2ACD998F46}" type="pres">
      <dgm:prSet presAssocID="{911EA3DF-1675-4AEF-B088-CE265C036956}" presName="sibTrans" presStyleLbl="sibTrans1D1" presStyleIdx="4" presStyleCnt="5"/>
      <dgm:spPr/>
    </dgm:pt>
    <dgm:pt modelId="{A3A888FF-1CD6-9646-BBAD-0E13569A7425}" type="pres">
      <dgm:prSet presAssocID="{911EA3DF-1675-4AEF-B088-CE265C036956}" presName="connectorText" presStyleLbl="sibTrans1D1" presStyleIdx="4" presStyleCnt="5"/>
      <dgm:spPr/>
    </dgm:pt>
    <dgm:pt modelId="{8BB73857-7A3A-E74E-AC36-3FBD77BC57CB}" type="pres">
      <dgm:prSet presAssocID="{0A871CFB-90DD-4CA8-9AE8-F9F8B5CDF5B6}" presName="node" presStyleLbl="node1" presStyleIdx="5" presStyleCnt="6">
        <dgm:presLayoutVars>
          <dgm:bulletEnabled val="1"/>
        </dgm:presLayoutVars>
      </dgm:prSet>
      <dgm:spPr/>
    </dgm:pt>
  </dgm:ptLst>
  <dgm:cxnLst>
    <dgm:cxn modelId="{FD9BD801-8705-4347-8696-565E11D590C1}" srcId="{5B0FADBA-A5B2-44E6-8946-855DB8473216}" destId="{40CD6D87-C14F-40A7-9AE4-EDED15275102}" srcOrd="3" destOrd="0" parTransId="{6F232F65-ED81-44AA-AFA5-7140B6656B9E}" sibTransId="{D75BFEE2-2629-4B23-9CF5-026A0F6434AB}"/>
    <dgm:cxn modelId="{D87A5504-7537-4E4D-9834-186A3066ED73}" srcId="{5B0FADBA-A5B2-44E6-8946-855DB8473216}" destId="{0A871CFB-90DD-4CA8-9AE8-F9F8B5CDF5B6}" srcOrd="5" destOrd="0" parTransId="{FDDDBF42-827E-481F-8D5C-FF43FEBC12ED}" sibTransId="{66A9BAB8-9CAB-4C6D-AE49-A7DBD7C626A1}"/>
    <dgm:cxn modelId="{5D6E5806-E5A1-B249-9DA6-CD1EC1C47C25}" type="presOf" srcId="{911EA3DF-1675-4AEF-B088-CE265C036956}" destId="{A3A888FF-1CD6-9646-BBAD-0E13569A7425}" srcOrd="1" destOrd="0" presId="urn:microsoft.com/office/officeart/2016/7/layout/RepeatingBendingProcessNew"/>
    <dgm:cxn modelId="{BBE96B24-A735-1B4F-AEB0-9E6EE5CDC6AF}" type="presOf" srcId="{8786C0C4-4D23-4335-A395-72E33D18A188}" destId="{F84B7032-E4BE-4744-B7D2-BD6F1029A950}" srcOrd="0" destOrd="0" presId="urn:microsoft.com/office/officeart/2016/7/layout/RepeatingBendingProcessNew"/>
    <dgm:cxn modelId="{7E58E02B-E47E-6B4F-BE01-45CD80381E5A}" type="presOf" srcId="{D75BFEE2-2629-4B23-9CF5-026A0F6434AB}" destId="{C124F918-7B2A-A94B-A1C8-82DC5F655048}" srcOrd="0" destOrd="0" presId="urn:microsoft.com/office/officeart/2016/7/layout/RepeatingBendingProcessNew"/>
    <dgm:cxn modelId="{BE8AC92C-D1A2-4649-9839-FC4018CB320D}" type="presOf" srcId="{EE7B8714-7963-46DC-83D6-E01337132639}" destId="{D9C2B107-FB1D-A343-97A2-C04560A8715F}" srcOrd="0" destOrd="0" presId="urn:microsoft.com/office/officeart/2016/7/layout/RepeatingBendingProcessNew"/>
    <dgm:cxn modelId="{76A0A25C-8B9D-284C-ACD8-C7486F6CCCB3}" type="presOf" srcId="{1E3F15CA-AB78-4C83-9A0D-176A4147A888}" destId="{C781FE29-42DA-6E4E-B1D6-4D99ED4D507A}" srcOrd="0" destOrd="0" presId="urn:microsoft.com/office/officeart/2016/7/layout/RepeatingBendingProcessNew"/>
    <dgm:cxn modelId="{E5C4A35E-A645-42DC-B816-59140530E063}" srcId="{5B0FADBA-A5B2-44E6-8946-855DB8473216}" destId="{8786C0C4-4D23-4335-A395-72E33D18A188}" srcOrd="0" destOrd="0" parTransId="{E7573D60-B6F6-4631-B8AA-3EBF11B93661}" sibTransId="{754AAAED-70E7-455F-B9B1-F500462294AC}"/>
    <dgm:cxn modelId="{DF3B0267-A8DC-D441-84E8-FC06ACC1B011}" type="presOf" srcId="{AB0F5FDA-7237-469F-B938-B21D286138B7}" destId="{9C0C7F70-3629-2E41-9906-B37DE060AFDC}" srcOrd="0" destOrd="0" presId="urn:microsoft.com/office/officeart/2016/7/layout/RepeatingBendingProcessNew"/>
    <dgm:cxn modelId="{F65CCC6C-09E7-9C47-9B00-EAC091C73967}" type="presOf" srcId="{911EA3DF-1675-4AEF-B088-CE265C036956}" destId="{BE6C8083-A028-0041-BC25-BA2ACD998F46}" srcOrd="0" destOrd="0" presId="urn:microsoft.com/office/officeart/2016/7/layout/RepeatingBendingProcessNew"/>
    <dgm:cxn modelId="{0C1EF873-A5F5-4DD6-9062-BEBA07852276}" srcId="{5B0FADBA-A5B2-44E6-8946-855DB8473216}" destId="{EE7B8714-7963-46DC-83D6-E01337132639}" srcOrd="1" destOrd="0" parTransId="{D9B2317F-9F5F-4DEA-AB86-41D2BE499D4A}" sibTransId="{1E3F15CA-AB78-4C83-9A0D-176A4147A888}"/>
    <dgm:cxn modelId="{1A6F3B7E-96DD-BC4D-9377-326D85723F37}" type="presOf" srcId="{A5BFFFF7-9AA9-46E7-AB64-115CBFDDE2FB}" destId="{5DECD08D-66D2-F249-8EF5-A627401AFA7A}" srcOrd="0" destOrd="0" presId="urn:microsoft.com/office/officeart/2016/7/layout/RepeatingBendingProcessNew"/>
    <dgm:cxn modelId="{22981E8E-F705-9242-AB1A-91D40317C830}" type="presOf" srcId="{A5BFFFF7-9AA9-46E7-AB64-115CBFDDE2FB}" destId="{7DCD21B9-C336-B44A-94B8-C5BA8834F780}" srcOrd="1" destOrd="0" presId="urn:microsoft.com/office/officeart/2016/7/layout/RepeatingBendingProcessNew"/>
    <dgm:cxn modelId="{55A28094-2150-A34B-A371-D1B58F4BD7DB}" type="presOf" srcId="{0A871CFB-90DD-4CA8-9AE8-F9F8B5CDF5B6}" destId="{8BB73857-7A3A-E74E-AC36-3FBD77BC57CB}" srcOrd="0" destOrd="0" presId="urn:microsoft.com/office/officeart/2016/7/layout/RepeatingBendingProcessNew"/>
    <dgm:cxn modelId="{C4EF0E98-8421-D84F-9F0F-A2E4B2F7CDDB}" type="presOf" srcId="{754AAAED-70E7-455F-B9B1-F500462294AC}" destId="{3BF8C339-BF5E-D64D-A61F-12348880748E}" srcOrd="1" destOrd="0" presId="urn:microsoft.com/office/officeart/2016/7/layout/RepeatingBendingProcessNew"/>
    <dgm:cxn modelId="{E60956AC-5606-2042-B2E6-2C35A45F6E2F}" type="presOf" srcId="{5B0FADBA-A5B2-44E6-8946-855DB8473216}" destId="{B057AB9F-5C1E-5947-B286-FBF800C90113}" srcOrd="0" destOrd="0" presId="urn:microsoft.com/office/officeart/2016/7/layout/RepeatingBendingProcessNew"/>
    <dgm:cxn modelId="{E70BADBA-4DB5-BB47-A2C6-8A76B4975483}" type="presOf" srcId="{1E3F15CA-AB78-4C83-9A0D-176A4147A888}" destId="{CD4CDC15-0B67-DA45-A637-471F79818F48}" srcOrd="1" destOrd="0" presId="urn:microsoft.com/office/officeart/2016/7/layout/RepeatingBendingProcessNew"/>
    <dgm:cxn modelId="{9664E6D2-2E66-9046-9FFA-DDC9556968F5}" type="presOf" srcId="{BE0D341D-EB02-465F-A81E-2796C56D8E9B}" destId="{EF7A3984-34D5-4A42-ACA9-B65E5151C4BC}" srcOrd="0" destOrd="0" presId="urn:microsoft.com/office/officeart/2016/7/layout/RepeatingBendingProcessNew"/>
    <dgm:cxn modelId="{D7DFE7D4-C49F-2B48-8F76-B188092F60E6}" type="presOf" srcId="{754AAAED-70E7-455F-B9B1-F500462294AC}" destId="{69304C9C-7882-184F-9F54-DC5532CEEEBF}" srcOrd="0" destOrd="0" presId="urn:microsoft.com/office/officeart/2016/7/layout/RepeatingBendingProcessNew"/>
    <dgm:cxn modelId="{2F5161D8-10E6-4206-95D0-FE340B0CAA63}" srcId="{5B0FADBA-A5B2-44E6-8946-855DB8473216}" destId="{AB0F5FDA-7237-469F-B938-B21D286138B7}" srcOrd="2" destOrd="0" parTransId="{4FD02486-905A-4957-9469-F4AC1701843E}" sibTransId="{A5BFFFF7-9AA9-46E7-AB64-115CBFDDE2FB}"/>
    <dgm:cxn modelId="{9BB473DE-4FFF-B34C-9789-99DC0BF01C5F}" type="presOf" srcId="{D75BFEE2-2629-4B23-9CF5-026A0F6434AB}" destId="{3B3041B3-AF08-004E-BE18-54595D014979}" srcOrd="1" destOrd="0" presId="urn:microsoft.com/office/officeart/2016/7/layout/RepeatingBendingProcessNew"/>
    <dgm:cxn modelId="{78439BE5-3905-4F28-9B0A-80C55CD37D90}" srcId="{5B0FADBA-A5B2-44E6-8946-855DB8473216}" destId="{BE0D341D-EB02-465F-A81E-2796C56D8E9B}" srcOrd="4" destOrd="0" parTransId="{CC9D3F72-09DE-420B-8959-3CF02520B105}" sibTransId="{911EA3DF-1675-4AEF-B088-CE265C036956}"/>
    <dgm:cxn modelId="{CF3116FE-DA8B-4645-89B2-49517D1D6069}" type="presOf" srcId="{40CD6D87-C14F-40A7-9AE4-EDED15275102}" destId="{0DCC0A00-AFE8-7447-A14B-3C67EA8FF3C0}" srcOrd="0" destOrd="0" presId="urn:microsoft.com/office/officeart/2016/7/layout/RepeatingBendingProcessNew"/>
    <dgm:cxn modelId="{7D4C84ED-1E3E-6F4E-AC42-21714DE09F26}" type="presParOf" srcId="{B057AB9F-5C1E-5947-B286-FBF800C90113}" destId="{F84B7032-E4BE-4744-B7D2-BD6F1029A950}" srcOrd="0" destOrd="0" presId="urn:microsoft.com/office/officeart/2016/7/layout/RepeatingBendingProcessNew"/>
    <dgm:cxn modelId="{2DB6641A-E25A-F645-AA07-0904249DA7E8}" type="presParOf" srcId="{B057AB9F-5C1E-5947-B286-FBF800C90113}" destId="{69304C9C-7882-184F-9F54-DC5532CEEEBF}" srcOrd="1" destOrd="0" presId="urn:microsoft.com/office/officeart/2016/7/layout/RepeatingBendingProcessNew"/>
    <dgm:cxn modelId="{64B5C9E0-FAFF-8645-BD26-6191C68464C0}" type="presParOf" srcId="{69304C9C-7882-184F-9F54-DC5532CEEEBF}" destId="{3BF8C339-BF5E-D64D-A61F-12348880748E}" srcOrd="0" destOrd="0" presId="urn:microsoft.com/office/officeart/2016/7/layout/RepeatingBendingProcessNew"/>
    <dgm:cxn modelId="{B8C02EEA-2CD9-E44C-9B4C-B39EA3E6004E}" type="presParOf" srcId="{B057AB9F-5C1E-5947-B286-FBF800C90113}" destId="{D9C2B107-FB1D-A343-97A2-C04560A8715F}" srcOrd="2" destOrd="0" presId="urn:microsoft.com/office/officeart/2016/7/layout/RepeatingBendingProcessNew"/>
    <dgm:cxn modelId="{6743B558-C41B-D444-BF31-FD0627F37687}" type="presParOf" srcId="{B057AB9F-5C1E-5947-B286-FBF800C90113}" destId="{C781FE29-42DA-6E4E-B1D6-4D99ED4D507A}" srcOrd="3" destOrd="0" presId="urn:microsoft.com/office/officeart/2016/7/layout/RepeatingBendingProcessNew"/>
    <dgm:cxn modelId="{59F25866-DB70-5545-97CC-8DDE917B8344}" type="presParOf" srcId="{C781FE29-42DA-6E4E-B1D6-4D99ED4D507A}" destId="{CD4CDC15-0B67-DA45-A637-471F79818F48}" srcOrd="0" destOrd="0" presId="urn:microsoft.com/office/officeart/2016/7/layout/RepeatingBendingProcessNew"/>
    <dgm:cxn modelId="{4984DC25-BB3D-F041-8CEA-AFF4F0D9B7CE}" type="presParOf" srcId="{B057AB9F-5C1E-5947-B286-FBF800C90113}" destId="{9C0C7F70-3629-2E41-9906-B37DE060AFDC}" srcOrd="4" destOrd="0" presId="urn:microsoft.com/office/officeart/2016/7/layout/RepeatingBendingProcessNew"/>
    <dgm:cxn modelId="{94F2B80E-E89B-894D-9DA1-665672D65F70}" type="presParOf" srcId="{B057AB9F-5C1E-5947-B286-FBF800C90113}" destId="{5DECD08D-66D2-F249-8EF5-A627401AFA7A}" srcOrd="5" destOrd="0" presId="urn:microsoft.com/office/officeart/2016/7/layout/RepeatingBendingProcessNew"/>
    <dgm:cxn modelId="{5A290392-CA1D-9645-95C2-CE2DBE8BBA4A}" type="presParOf" srcId="{5DECD08D-66D2-F249-8EF5-A627401AFA7A}" destId="{7DCD21B9-C336-B44A-94B8-C5BA8834F780}" srcOrd="0" destOrd="0" presId="urn:microsoft.com/office/officeart/2016/7/layout/RepeatingBendingProcessNew"/>
    <dgm:cxn modelId="{4F99C75F-5201-CC4D-BABF-E4A08E3A9592}" type="presParOf" srcId="{B057AB9F-5C1E-5947-B286-FBF800C90113}" destId="{0DCC0A00-AFE8-7447-A14B-3C67EA8FF3C0}" srcOrd="6" destOrd="0" presId="urn:microsoft.com/office/officeart/2016/7/layout/RepeatingBendingProcessNew"/>
    <dgm:cxn modelId="{BA3F0EB6-7253-E849-AF7A-98D9D37BAB59}" type="presParOf" srcId="{B057AB9F-5C1E-5947-B286-FBF800C90113}" destId="{C124F918-7B2A-A94B-A1C8-82DC5F655048}" srcOrd="7" destOrd="0" presId="urn:microsoft.com/office/officeart/2016/7/layout/RepeatingBendingProcessNew"/>
    <dgm:cxn modelId="{2B5E4B58-DE5E-DD48-AC58-187815EA3D81}" type="presParOf" srcId="{C124F918-7B2A-A94B-A1C8-82DC5F655048}" destId="{3B3041B3-AF08-004E-BE18-54595D014979}" srcOrd="0" destOrd="0" presId="urn:microsoft.com/office/officeart/2016/7/layout/RepeatingBendingProcessNew"/>
    <dgm:cxn modelId="{9E2AB8DA-45B4-CA47-8043-002F454CE085}" type="presParOf" srcId="{B057AB9F-5C1E-5947-B286-FBF800C90113}" destId="{EF7A3984-34D5-4A42-ACA9-B65E5151C4BC}" srcOrd="8" destOrd="0" presId="urn:microsoft.com/office/officeart/2016/7/layout/RepeatingBendingProcessNew"/>
    <dgm:cxn modelId="{C7DCBE33-801E-6840-A71B-6C095F57A145}" type="presParOf" srcId="{B057AB9F-5C1E-5947-B286-FBF800C90113}" destId="{BE6C8083-A028-0041-BC25-BA2ACD998F46}" srcOrd="9" destOrd="0" presId="urn:microsoft.com/office/officeart/2016/7/layout/RepeatingBendingProcessNew"/>
    <dgm:cxn modelId="{3EF05F3E-40D3-2449-BFAB-76B1F5AEF724}" type="presParOf" srcId="{BE6C8083-A028-0041-BC25-BA2ACD998F46}" destId="{A3A888FF-1CD6-9646-BBAD-0E13569A7425}" srcOrd="0" destOrd="0" presId="urn:microsoft.com/office/officeart/2016/7/layout/RepeatingBendingProcessNew"/>
    <dgm:cxn modelId="{599DADDC-70EB-2F4A-8798-394B37A0FE75}" type="presParOf" srcId="{B057AB9F-5C1E-5947-B286-FBF800C90113}" destId="{8BB73857-7A3A-E74E-AC36-3FBD77BC57CB}" srcOrd="10" destOrd="0" presId="urn:microsoft.com/office/officeart/2016/7/layout/RepeatingBendingProcessNew"/>
  </dgm:cxnLst>
  <dgm:bg>
    <a:noFill/>
  </dgm:bg>
  <dgm:whole>
    <a:ln>
      <a:solidFill>
        <a:schemeClr val="accent6">
          <a:lumMod val="20000"/>
          <a:lumOff val="80000"/>
        </a:schemeClr>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8AB8D7C-9A0A-4C65-A197-32DF0BDF8D6F}" type="doc">
      <dgm:prSet loTypeId="urn:microsoft.com/office/officeart/2018/2/layout/IconVerticalSolidList" loCatId="icon" qsTypeId="urn:microsoft.com/office/officeart/2005/8/quickstyle/simple2" qsCatId="simple" csTypeId="urn:microsoft.com/office/officeart/2005/8/colors/accent6_2" csCatId="accent6" phldr="1"/>
      <dgm:spPr/>
      <dgm:t>
        <a:bodyPr/>
        <a:lstStyle/>
        <a:p>
          <a:endParaRPr lang="en-US"/>
        </a:p>
      </dgm:t>
    </dgm:pt>
    <dgm:pt modelId="{1A2FA7FE-63FF-4C40-87F7-BF8F099FA67C}">
      <dgm:prSet/>
      <dgm:spPr/>
      <dgm:t>
        <a:bodyPr/>
        <a:lstStyle/>
        <a:p>
          <a:pPr>
            <a:lnSpc>
              <a:spcPct val="100000"/>
            </a:lnSpc>
          </a:pPr>
          <a:r>
            <a:rPr lang="es-ES" dirty="0"/>
            <a:t>El principal fin ético es garantizar la salud de las personas.</a:t>
          </a:r>
          <a:endParaRPr lang="en-US" dirty="0"/>
        </a:p>
      </dgm:t>
    </dgm:pt>
    <dgm:pt modelId="{221895FB-CDA6-4B30-9E8D-FB5F2757C0AE}" type="parTrans" cxnId="{D25BF450-E3ED-4877-B65B-D37CDE842EB8}">
      <dgm:prSet/>
      <dgm:spPr/>
      <dgm:t>
        <a:bodyPr/>
        <a:lstStyle/>
        <a:p>
          <a:endParaRPr lang="en-US"/>
        </a:p>
      </dgm:t>
    </dgm:pt>
    <dgm:pt modelId="{6160D008-B155-4F70-9DF4-E9F87EF8D333}" type="sibTrans" cxnId="{D25BF450-E3ED-4877-B65B-D37CDE842EB8}">
      <dgm:prSet/>
      <dgm:spPr/>
      <dgm:t>
        <a:bodyPr/>
        <a:lstStyle/>
        <a:p>
          <a:endParaRPr lang="en-US"/>
        </a:p>
      </dgm:t>
    </dgm:pt>
    <dgm:pt modelId="{DE9329D1-BE96-4345-BD85-EAA56F856657}">
      <dgm:prSet/>
      <dgm:spPr/>
      <dgm:t>
        <a:bodyPr/>
        <a:lstStyle/>
        <a:p>
          <a:pPr>
            <a:lnSpc>
              <a:spcPct val="100000"/>
            </a:lnSpc>
          </a:pPr>
          <a:r>
            <a:rPr lang="es-ES"/>
            <a:t>Para alinearse con la normativa de privacidad de datos personales, la base de datos utiliza fue previamente despersonalizada.</a:t>
          </a:r>
          <a:endParaRPr lang="en-US"/>
        </a:p>
      </dgm:t>
    </dgm:pt>
    <dgm:pt modelId="{E8A3FAA6-4F1B-4F92-A7A4-C1D8715CFB27}" type="parTrans" cxnId="{FE1C4307-8E74-47C4-A2BF-60D734F72494}">
      <dgm:prSet/>
      <dgm:spPr/>
      <dgm:t>
        <a:bodyPr/>
        <a:lstStyle/>
        <a:p>
          <a:endParaRPr lang="en-US"/>
        </a:p>
      </dgm:t>
    </dgm:pt>
    <dgm:pt modelId="{38D48AD2-03EB-433C-A601-FBC4E4396C19}" type="sibTrans" cxnId="{FE1C4307-8E74-47C4-A2BF-60D734F72494}">
      <dgm:prSet/>
      <dgm:spPr/>
      <dgm:t>
        <a:bodyPr/>
        <a:lstStyle/>
        <a:p>
          <a:endParaRPr lang="en-US"/>
        </a:p>
      </dgm:t>
    </dgm:pt>
    <dgm:pt modelId="{F106557D-AE1A-4874-8A32-C8CCA650D0E3}">
      <dgm:prSet/>
      <dgm:spPr/>
      <dgm:t>
        <a:bodyPr/>
        <a:lstStyle/>
        <a:p>
          <a:pPr>
            <a:lnSpc>
              <a:spcPct val="100000"/>
            </a:lnSpc>
          </a:pPr>
          <a:r>
            <a:rPr lang="es-ES"/>
            <a:t>Un primer estudio de riesgos ayudó a la prevención de riesgos tanto éticos como técnicos.</a:t>
          </a:r>
          <a:endParaRPr lang="en-US"/>
        </a:p>
      </dgm:t>
    </dgm:pt>
    <dgm:pt modelId="{E560D704-37DB-4063-97F6-7989707CD311}" type="parTrans" cxnId="{049B14A4-0197-469B-9AE3-5ACEAFC19757}">
      <dgm:prSet/>
      <dgm:spPr/>
      <dgm:t>
        <a:bodyPr/>
        <a:lstStyle/>
        <a:p>
          <a:endParaRPr lang="en-US"/>
        </a:p>
      </dgm:t>
    </dgm:pt>
    <dgm:pt modelId="{0045BE94-9A61-4962-8C1D-04A8F0692DFB}" type="sibTrans" cxnId="{049B14A4-0197-469B-9AE3-5ACEAFC19757}">
      <dgm:prSet/>
      <dgm:spPr/>
      <dgm:t>
        <a:bodyPr/>
        <a:lstStyle/>
        <a:p>
          <a:endParaRPr lang="en-US"/>
        </a:p>
      </dgm:t>
    </dgm:pt>
    <dgm:pt modelId="{E890C362-1DD1-4E79-BCC0-D3FE6EABDF9D}">
      <dgm:prSet/>
      <dgm:spPr/>
      <dgm:t>
        <a:bodyPr/>
        <a:lstStyle/>
        <a:p>
          <a:pPr>
            <a:lnSpc>
              <a:spcPct val="100000"/>
            </a:lnSpc>
          </a:pPr>
          <a:r>
            <a:rPr lang="es-ES" dirty="0"/>
            <a:t>Impacto económico: La mejora del stock reduce los costes de almacenamiento y beneficia en las ventas realizadas.</a:t>
          </a:r>
          <a:endParaRPr lang="en-US" dirty="0"/>
        </a:p>
      </dgm:t>
    </dgm:pt>
    <dgm:pt modelId="{FF8F925B-7174-426A-8DE1-AD6AC7768D73}" type="parTrans" cxnId="{441B5874-E356-4D5C-B686-06712A647A54}">
      <dgm:prSet/>
      <dgm:spPr/>
      <dgm:t>
        <a:bodyPr/>
        <a:lstStyle/>
        <a:p>
          <a:endParaRPr lang="en-US"/>
        </a:p>
      </dgm:t>
    </dgm:pt>
    <dgm:pt modelId="{374C97AF-A983-4CE8-A4E2-3B0B072E8018}" type="sibTrans" cxnId="{441B5874-E356-4D5C-B686-06712A647A54}">
      <dgm:prSet/>
      <dgm:spPr/>
      <dgm:t>
        <a:bodyPr/>
        <a:lstStyle/>
        <a:p>
          <a:endParaRPr lang="en-US"/>
        </a:p>
      </dgm:t>
    </dgm:pt>
    <dgm:pt modelId="{758DE477-7017-40AB-9CDB-E9353D84AAAF}">
      <dgm:prSet/>
      <dgm:spPr/>
      <dgm:t>
        <a:bodyPr/>
        <a:lstStyle/>
        <a:p>
          <a:pPr>
            <a:lnSpc>
              <a:spcPct val="100000"/>
            </a:lnSpc>
          </a:pPr>
          <a:r>
            <a:rPr lang="es-ES" dirty="0"/>
            <a:t>Impacto medioambiental: Se reducen los medicamentos caducados y la emisión de gases de invernadero relacionados con la producción y el transporte de los productos</a:t>
          </a:r>
          <a:endParaRPr lang="en-US" dirty="0"/>
        </a:p>
      </dgm:t>
    </dgm:pt>
    <dgm:pt modelId="{CB82FA6D-FCDA-414F-9D85-1F66E90198CA}" type="parTrans" cxnId="{C789DE66-C0CB-40AC-B99F-C6671ABA98C7}">
      <dgm:prSet/>
      <dgm:spPr/>
      <dgm:t>
        <a:bodyPr/>
        <a:lstStyle/>
        <a:p>
          <a:endParaRPr lang="en-US"/>
        </a:p>
      </dgm:t>
    </dgm:pt>
    <dgm:pt modelId="{98BE36B8-618F-4B48-BB09-E6CAFEC901AA}" type="sibTrans" cxnId="{C789DE66-C0CB-40AC-B99F-C6671ABA98C7}">
      <dgm:prSet/>
      <dgm:spPr/>
      <dgm:t>
        <a:bodyPr/>
        <a:lstStyle/>
        <a:p>
          <a:endParaRPr lang="en-US"/>
        </a:p>
      </dgm:t>
    </dgm:pt>
    <dgm:pt modelId="{B18196A2-39F9-475E-8BBF-EFDB4990B392}" type="pres">
      <dgm:prSet presAssocID="{68AB8D7C-9A0A-4C65-A197-32DF0BDF8D6F}" presName="root" presStyleCnt="0">
        <dgm:presLayoutVars>
          <dgm:dir/>
          <dgm:resizeHandles val="exact"/>
        </dgm:presLayoutVars>
      </dgm:prSet>
      <dgm:spPr/>
    </dgm:pt>
    <dgm:pt modelId="{69CE3C67-B25B-4878-A63E-2DE2B852CD4C}" type="pres">
      <dgm:prSet presAssocID="{1A2FA7FE-63FF-4C40-87F7-BF8F099FA67C}" presName="compNode" presStyleCnt="0"/>
      <dgm:spPr/>
    </dgm:pt>
    <dgm:pt modelId="{20BD5C08-A911-421C-A6A8-38FF7C9312DA}" type="pres">
      <dgm:prSet presAssocID="{1A2FA7FE-63FF-4C40-87F7-BF8F099FA67C}" presName="bgRect" presStyleLbl="bgShp" presStyleIdx="0" presStyleCnt="5"/>
      <dgm:spPr/>
    </dgm:pt>
    <dgm:pt modelId="{B8B49565-04F1-43D3-8534-30EA795C186C}" type="pres">
      <dgm:prSet presAssocID="{1A2FA7FE-63FF-4C40-87F7-BF8F099FA67C}"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ampagne Glasses"/>
        </a:ext>
      </dgm:extLst>
    </dgm:pt>
    <dgm:pt modelId="{33DA1554-1878-40B3-9AC5-94CD75A49A7A}" type="pres">
      <dgm:prSet presAssocID="{1A2FA7FE-63FF-4C40-87F7-BF8F099FA67C}" presName="spaceRect" presStyleCnt="0"/>
      <dgm:spPr/>
    </dgm:pt>
    <dgm:pt modelId="{C4DF9A79-EAD4-4644-B625-23D40A90FF9D}" type="pres">
      <dgm:prSet presAssocID="{1A2FA7FE-63FF-4C40-87F7-BF8F099FA67C}" presName="parTx" presStyleLbl="revTx" presStyleIdx="0" presStyleCnt="5">
        <dgm:presLayoutVars>
          <dgm:chMax val="0"/>
          <dgm:chPref val="0"/>
        </dgm:presLayoutVars>
      </dgm:prSet>
      <dgm:spPr/>
    </dgm:pt>
    <dgm:pt modelId="{618A499E-6386-4ED1-9101-EFF2F7D7C6C6}" type="pres">
      <dgm:prSet presAssocID="{6160D008-B155-4F70-9DF4-E9F87EF8D333}" presName="sibTrans" presStyleCnt="0"/>
      <dgm:spPr/>
    </dgm:pt>
    <dgm:pt modelId="{0C653043-F2E2-4130-B956-A84B3DF3B3C7}" type="pres">
      <dgm:prSet presAssocID="{DE9329D1-BE96-4345-BD85-EAA56F856657}" presName="compNode" presStyleCnt="0"/>
      <dgm:spPr/>
    </dgm:pt>
    <dgm:pt modelId="{3421610E-1CC6-4DC5-B08D-455585788BEC}" type="pres">
      <dgm:prSet presAssocID="{DE9329D1-BE96-4345-BD85-EAA56F856657}" presName="bgRect" presStyleLbl="bgShp" presStyleIdx="1" presStyleCnt="5"/>
      <dgm:spPr/>
    </dgm:pt>
    <dgm:pt modelId="{94C971E2-3E17-4F7C-836A-CDA1BF4B2805}" type="pres">
      <dgm:prSet presAssocID="{DE9329D1-BE96-4345-BD85-EAA56F856657}"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se de datos"/>
        </a:ext>
      </dgm:extLst>
    </dgm:pt>
    <dgm:pt modelId="{0F4364C2-7873-4AE6-9874-C0BE6D151E73}" type="pres">
      <dgm:prSet presAssocID="{DE9329D1-BE96-4345-BD85-EAA56F856657}" presName="spaceRect" presStyleCnt="0"/>
      <dgm:spPr/>
    </dgm:pt>
    <dgm:pt modelId="{E8FE8488-8447-465B-92E6-4B699E5B54FD}" type="pres">
      <dgm:prSet presAssocID="{DE9329D1-BE96-4345-BD85-EAA56F856657}" presName="parTx" presStyleLbl="revTx" presStyleIdx="1" presStyleCnt="5">
        <dgm:presLayoutVars>
          <dgm:chMax val="0"/>
          <dgm:chPref val="0"/>
        </dgm:presLayoutVars>
      </dgm:prSet>
      <dgm:spPr/>
    </dgm:pt>
    <dgm:pt modelId="{E475CCF9-DE06-422F-AA79-350D0516A6D2}" type="pres">
      <dgm:prSet presAssocID="{38D48AD2-03EB-433C-A601-FBC4E4396C19}" presName="sibTrans" presStyleCnt="0"/>
      <dgm:spPr/>
    </dgm:pt>
    <dgm:pt modelId="{4787F5DB-37EC-4CE5-B0D7-5905B40B436B}" type="pres">
      <dgm:prSet presAssocID="{F106557D-AE1A-4874-8A32-C8CCA650D0E3}" presName="compNode" presStyleCnt="0"/>
      <dgm:spPr/>
    </dgm:pt>
    <dgm:pt modelId="{CE97AF06-5EE8-415A-91CB-BF243BC29BE3}" type="pres">
      <dgm:prSet presAssocID="{F106557D-AE1A-4874-8A32-C8CCA650D0E3}" presName="bgRect" presStyleLbl="bgShp" presStyleIdx="2" presStyleCnt="5"/>
      <dgm:spPr/>
    </dgm:pt>
    <dgm:pt modelId="{6623E00D-9E0F-4EAC-A3B4-6F657A6AC901}" type="pres">
      <dgm:prSet presAssocID="{F106557D-AE1A-4874-8A32-C8CCA650D0E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Advertencia"/>
        </a:ext>
      </dgm:extLst>
    </dgm:pt>
    <dgm:pt modelId="{2B6C30D4-3D61-48A0-BB66-DB61A5EC6090}" type="pres">
      <dgm:prSet presAssocID="{F106557D-AE1A-4874-8A32-C8CCA650D0E3}" presName="spaceRect" presStyleCnt="0"/>
      <dgm:spPr/>
    </dgm:pt>
    <dgm:pt modelId="{9EFB77BD-3D5D-4572-8000-41219C42B3BA}" type="pres">
      <dgm:prSet presAssocID="{F106557D-AE1A-4874-8A32-C8CCA650D0E3}" presName="parTx" presStyleLbl="revTx" presStyleIdx="2" presStyleCnt="5">
        <dgm:presLayoutVars>
          <dgm:chMax val="0"/>
          <dgm:chPref val="0"/>
        </dgm:presLayoutVars>
      </dgm:prSet>
      <dgm:spPr/>
    </dgm:pt>
    <dgm:pt modelId="{A06C677B-8C80-431F-A3A2-E6CD4A7A34E2}" type="pres">
      <dgm:prSet presAssocID="{0045BE94-9A61-4962-8C1D-04A8F0692DFB}" presName="sibTrans" presStyleCnt="0"/>
      <dgm:spPr/>
    </dgm:pt>
    <dgm:pt modelId="{1AD09314-F370-466C-BE69-16489200D4AC}" type="pres">
      <dgm:prSet presAssocID="{E890C362-1DD1-4E79-BCC0-D3FE6EABDF9D}" presName="compNode" presStyleCnt="0"/>
      <dgm:spPr/>
    </dgm:pt>
    <dgm:pt modelId="{7B8A6B47-E857-440D-A8A3-3BF910EDF58A}" type="pres">
      <dgm:prSet presAssocID="{E890C362-1DD1-4E79-BCC0-D3FE6EABDF9D}" presName="bgRect" presStyleLbl="bgShp" presStyleIdx="3" presStyleCnt="5"/>
      <dgm:spPr/>
    </dgm:pt>
    <dgm:pt modelId="{EEC31EEC-8DE6-4CF1-9F91-0D16BDB7D4F8}" type="pres">
      <dgm:prSet presAssocID="{E890C362-1DD1-4E79-BCC0-D3FE6EABDF9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Upward trend"/>
        </a:ext>
      </dgm:extLst>
    </dgm:pt>
    <dgm:pt modelId="{88B622A2-B46D-4692-9030-36ACCD633BCA}" type="pres">
      <dgm:prSet presAssocID="{E890C362-1DD1-4E79-BCC0-D3FE6EABDF9D}" presName="spaceRect" presStyleCnt="0"/>
      <dgm:spPr/>
    </dgm:pt>
    <dgm:pt modelId="{18F746A9-EC58-4327-9F8E-808127C7FAC5}" type="pres">
      <dgm:prSet presAssocID="{E890C362-1DD1-4E79-BCC0-D3FE6EABDF9D}" presName="parTx" presStyleLbl="revTx" presStyleIdx="3" presStyleCnt="5">
        <dgm:presLayoutVars>
          <dgm:chMax val="0"/>
          <dgm:chPref val="0"/>
        </dgm:presLayoutVars>
      </dgm:prSet>
      <dgm:spPr/>
    </dgm:pt>
    <dgm:pt modelId="{E9691E69-99A4-4802-A222-25D8DFBD0DB9}" type="pres">
      <dgm:prSet presAssocID="{374C97AF-A983-4CE8-A4E2-3B0B072E8018}" presName="sibTrans" presStyleCnt="0"/>
      <dgm:spPr/>
    </dgm:pt>
    <dgm:pt modelId="{2C5126A0-1851-4269-A1B1-3D7BD94792C3}" type="pres">
      <dgm:prSet presAssocID="{758DE477-7017-40AB-9CDB-E9353D84AAAF}" presName="compNode" presStyleCnt="0"/>
      <dgm:spPr/>
    </dgm:pt>
    <dgm:pt modelId="{645603C6-6F61-458C-BB00-FB701B9F77BA}" type="pres">
      <dgm:prSet presAssocID="{758DE477-7017-40AB-9CDB-E9353D84AAAF}" presName="bgRect" presStyleLbl="bgShp" presStyleIdx="4" presStyleCnt="5"/>
      <dgm:spPr/>
    </dgm:pt>
    <dgm:pt modelId="{4C1C6BCC-F2DF-4D29-83B3-F85AD32097DC}" type="pres">
      <dgm:prSet presAssocID="{758DE477-7017-40AB-9CDB-E9353D84AAA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ientífico"/>
        </a:ext>
      </dgm:extLst>
    </dgm:pt>
    <dgm:pt modelId="{2EDF1593-1BF9-4790-89AE-453373E9F8F4}" type="pres">
      <dgm:prSet presAssocID="{758DE477-7017-40AB-9CDB-E9353D84AAAF}" presName="spaceRect" presStyleCnt="0"/>
      <dgm:spPr/>
    </dgm:pt>
    <dgm:pt modelId="{D97A86CE-EB43-45FE-91B5-B428B1D5CF21}" type="pres">
      <dgm:prSet presAssocID="{758DE477-7017-40AB-9CDB-E9353D84AAAF}" presName="parTx" presStyleLbl="revTx" presStyleIdx="4" presStyleCnt="5">
        <dgm:presLayoutVars>
          <dgm:chMax val="0"/>
          <dgm:chPref val="0"/>
        </dgm:presLayoutVars>
      </dgm:prSet>
      <dgm:spPr/>
    </dgm:pt>
  </dgm:ptLst>
  <dgm:cxnLst>
    <dgm:cxn modelId="{FE1C4307-8E74-47C4-A2BF-60D734F72494}" srcId="{68AB8D7C-9A0A-4C65-A197-32DF0BDF8D6F}" destId="{DE9329D1-BE96-4345-BD85-EAA56F856657}" srcOrd="1" destOrd="0" parTransId="{E8A3FAA6-4F1B-4F92-A7A4-C1D8715CFB27}" sibTransId="{38D48AD2-03EB-433C-A601-FBC4E4396C19}"/>
    <dgm:cxn modelId="{DAC04115-D17F-4514-9F93-8E979F388E98}" type="presOf" srcId="{F106557D-AE1A-4874-8A32-C8CCA650D0E3}" destId="{9EFB77BD-3D5D-4572-8000-41219C42B3BA}" srcOrd="0" destOrd="0" presId="urn:microsoft.com/office/officeart/2018/2/layout/IconVerticalSolidList"/>
    <dgm:cxn modelId="{54C09E2A-A6DE-42DF-BFE9-4D43161813E0}" type="presOf" srcId="{DE9329D1-BE96-4345-BD85-EAA56F856657}" destId="{E8FE8488-8447-465B-92E6-4B699E5B54FD}" srcOrd="0" destOrd="0" presId="urn:microsoft.com/office/officeart/2018/2/layout/IconVerticalSolidList"/>
    <dgm:cxn modelId="{D25BF450-E3ED-4877-B65B-D37CDE842EB8}" srcId="{68AB8D7C-9A0A-4C65-A197-32DF0BDF8D6F}" destId="{1A2FA7FE-63FF-4C40-87F7-BF8F099FA67C}" srcOrd="0" destOrd="0" parTransId="{221895FB-CDA6-4B30-9E8D-FB5F2757C0AE}" sibTransId="{6160D008-B155-4F70-9DF4-E9F87EF8D333}"/>
    <dgm:cxn modelId="{94CE065F-BEDD-4DFE-AF4B-71EB1347160E}" type="presOf" srcId="{1A2FA7FE-63FF-4C40-87F7-BF8F099FA67C}" destId="{C4DF9A79-EAD4-4644-B625-23D40A90FF9D}" srcOrd="0" destOrd="0" presId="urn:microsoft.com/office/officeart/2018/2/layout/IconVerticalSolidList"/>
    <dgm:cxn modelId="{C789DE66-C0CB-40AC-B99F-C6671ABA98C7}" srcId="{68AB8D7C-9A0A-4C65-A197-32DF0BDF8D6F}" destId="{758DE477-7017-40AB-9CDB-E9353D84AAAF}" srcOrd="4" destOrd="0" parTransId="{CB82FA6D-FCDA-414F-9D85-1F66E90198CA}" sibTransId="{98BE36B8-618F-4B48-BB09-E6CAFEC901AA}"/>
    <dgm:cxn modelId="{3303D56B-DBDF-4122-9211-302D8D403EC8}" type="presOf" srcId="{758DE477-7017-40AB-9CDB-E9353D84AAAF}" destId="{D97A86CE-EB43-45FE-91B5-B428B1D5CF21}" srcOrd="0" destOrd="0" presId="urn:microsoft.com/office/officeart/2018/2/layout/IconVerticalSolidList"/>
    <dgm:cxn modelId="{441B5874-E356-4D5C-B686-06712A647A54}" srcId="{68AB8D7C-9A0A-4C65-A197-32DF0BDF8D6F}" destId="{E890C362-1DD1-4E79-BCC0-D3FE6EABDF9D}" srcOrd="3" destOrd="0" parTransId="{FF8F925B-7174-426A-8DE1-AD6AC7768D73}" sibTransId="{374C97AF-A983-4CE8-A4E2-3B0B072E8018}"/>
    <dgm:cxn modelId="{DBC1369D-78E4-49DA-8473-128361084166}" type="presOf" srcId="{E890C362-1DD1-4E79-BCC0-D3FE6EABDF9D}" destId="{18F746A9-EC58-4327-9F8E-808127C7FAC5}" srcOrd="0" destOrd="0" presId="urn:microsoft.com/office/officeart/2018/2/layout/IconVerticalSolidList"/>
    <dgm:cxn modelId="{049B14A4-0197-469B-9AE3-5ACEAFC19757}" srcId="{68AB8D7C-9A0A-4C65-A197-32DF0BDF8D6F}" destId="{F106557D-AE1A-4874-8A32-C8CCA650D0E3}" srcOrd="2" destOrd="0" parTransId="{E560D704-37DB-4063-97F6-7989707CD311}" sibTransId="{0045BE94-9A61-4962-8C1D-04A8F0692DFB}"/>
    <dgm:cxn modelId="{633B63A7-B011-4F53-972F-EF0ED6CFCCD2}" type="presOf" srcId="{68AB8D7C-9A0A-4C65-A197-32DF0BDF8D6F}" destId="{B18196A2-39F9-475E-8BBF-EFDB4990B392}" srcOrd="0" destOrd="0" presId="urn:microsoft.com/office/officeart/2018/2/layout/IconVerticalSolidList"/>
    <dgm:cxn modelId="{C2287066-BF2D-40F1-B92F-0F4A6FDF6C78}" type="presParOf" srcId="{B18196A2-39F9-475E-8BBF-EFDB4990B392}" destId="{69CE3C67-B25B-4878-A63E-2DE2B852CD4C}" srcOrd="0" destOrd="0" presId="urn:microsoft.com/office/officeart/2018/2/layout/IconVerticalSolidList"/>
    <dgm:cxn modelId="{E7D7C86F-C3F8-4BEB-BF27-DFAB7E4F3642}" type="presParOf" srcId="{69CE3C67-B25B-4878-A63E-2DE2B852CD4C}" destId="{20BD5C08-A911-421C-A6A8-38FF7C9312DA}" srcOrd="0" destOrd="0" presId="urn:microsoft.com/office/officeart/2018/2/layout/IconVerticalSolidList"/>
    <dgm:cxn modelId="{6AC990EF-A9EB-4A55-81D2-980BB58CFF58}" type="presParOf" srcId="{69CE3C67-B25B-4878-A63E-2DE2B852CD4C}" destId="{B8B49565-04F1-43D3-8534-30EA795C186C}" srcOrd="1" destOrd="0" presId="urn:microsoft.com/office/officeart/2018/2/layout/IconVerticalSolidList"/>
    <dgm:cxn modelId="{5D45EBC1-6C4D-430D-B3BC-A463D23752A3}" type="presParOf" srcId="{69CE3C67-B25B-4878-A63E-2DE2B852CD4C}" destId="{33DA1554-1878-40B3-9AC5-94CD75A49A7A}" srcOrd="2" destOrd="0" presId="urn:microsoft.com/office/officeart/2018/2/layout/IconVerticalSolidList"/>
    <dgm:cxn modelId="{04096BFA-4395-45EE-9796-A0E63AD39458}" type="presParOf" srcId="{69CE3C67-B25B-4878-A63E-2DE2B852CD4C}" destId="{C4DF9A79-EAD4-4644-B625-23D40A90FF9D}" srcOrd="3" destOrd="0" presId="urn:microsoft.com/office/officeart/2018/2/layout/IconVerticalSolidList"/>
    <dgm:cxn modelId="{2AA8F344-6CA4-4A3B-A99E-DE20EA5E7AD9}" type="presParOf" srcId="{B18196A2-39F9-475E-8BBF-EFDB4990B392}" destId="{618A499E-6386-4ED1-9101-EFF2F7D7C6C6}" srcOrd="1" destOrd="0" presId="urn:microsoft.com/office/officeart/2018/2/layout/IconVerticalSolidList"/>
    <dgm:cxn modelId="{799E96E5-C8FE-4CA4-8BBC-2A47E935437C}" type="presParOf" srcId="{B18196A2-39F9-475E-8BBF-EFDB4990B392}" destId="{0C653043-F2E2-4130-B956-A84B3DF3B3C7}" srcOrd="2" destOrd="0" presId="urn:microsoft.com/office/officeart/2018/2/layout/IconVerticalSolidList"/>
    <dgm:cxn modelId="{11939375-9382-46FB-BF6E-BB6F00BF4C93}" type="presParOf" srcId="{0C653043-F2E2-4130-B956-A84B3DF3B3C7}" destId="{3421610E-1CC6-4DC5-B08D-455585788BEC}" srcOrd="0" destOrd="0" presId="urn:microsoft.com/office/officeart/2018/2/layout/IconVerticalSolidList"/>
    <dgm:cxn modelId="{37DDFDB0-CB52-4957-AC3D-9CFC13C5F4BE}" type="presParOf" srcId="{0C653043-F2E2-4130-B956-A84B3DF3B3C7}" destId="{94C971E2-3E17-4F7C-836A-CDA1BF4B2805}" srcOrd="1" destOrd="0" presId="urn:microsoft.com/office/officeart/2018/2/layout/IconVerticalSolidList"/>
    <dgm:cxn modelId="{0C83BBF1-65F1-4370-AC1B-434934A3E11A}" type="presParOf" srcId="{0C653043-F2E2-4130-B956-A84B3DF3B3C7}" destId="{0F4364C2-7873-4AE6-9874-C0BE6D151E73}" srcOrd="2" destOrd="0" presId="urn:microsoft.com/office/officeart/2018/2/layout/IconVerticalSolidList"/>
    <dgm:cxn modelId="{B9768911-67C5-4218-B64D-0268E2E65F85}" type="presParOf" srcId="{0C653043-F2E2-4130-B956-A84B3DF3B3C7}" destId="{E8FE8488-8447-465B-92E6-4B699E5B54FD}" srcOrd="3" destOrd="0" presId="urn:microsoft.com/office/officeart/2018/2/layout/IconVerticalSolidList"/>
    <dgm:cxn modelId="{397BDD72-1B0F-402B-9F6C-42FA6E9771D5}" type="presParOf" srcId="{B18196A2-39F9-475E-8BBF-EFDB4990B392}" destId="{E475CCF9-DE06-422F-AA79-350D0516A6D2}" srcOrd="3" destOrd="0" presId="urn:microsoft.com/office/officeart/2018/2/layout/IconVerticalSolidList"/>
    <dgm:cxn modelId="{124F906F-737C-4B56-8C3C-527E7A2B1A15}" type="presParOf" srcId="{B18196A2-39F9-475E-8BBF-EFDB4990B392}" destId="{4787F5DB-37EC-4CE5-B0D7-5905B40B436B}" srcOrd="4" destOrd="0" presId="urn:microsoft.com/office/officeart/2018/2/layout/IconVerticalSolidList"/>
    <dgm:cxn modelId="{CFC14B55-6345-4335-9168-F91B4BBEBE61}" type="presParOf" srcId="{4787F5DB-37EC-4CE5-B0D7-5905B40B436B}" destId="{CE97AF06-5EE8-415A-91CB-BF243BC29BE3}" srcOrd="0" destOrd="0" presId="urn:microsoft.com/office/officeart/2018/2/layout/IconVerticalSolidList"/>
    <dgm:cxn modelId="{F8AECC1B-FE39-4144-976C-6122B0C8484B}" type="presParOf" srcId="{4787F5DB-37EC-4CE5-B0D7-5905B40B436B}" destId="{6623E00D-9E0F-4EAC-A3B4-6F657A6AC901}" srcOrd="1" destOrd="0" presId="urn:microsoft.com/office/officeart/2018/2/layout/IconVerticalSolidList"/>
    <dgm:cxn modelId="{92EEB3A4-FDD5-4591-9E0F-A2CD1C6347F3}" type="presParOf" srcId="{4787F5DB-37EC-4CE5-B0D7-5905B40B436B}" destId="{2B6C30D4-3D61-48A0-BB66-DB61A5EC6090}" srcOrd="2" destOrd="0" presId="urn:microsoft.com/office/officeart/2018/2/layout/IconVerticalSolidList"/>
    <dgm:cxn modelId="{F3879856-D6C5-4930-923E-D6112CD77C1A}" type="presParOf" srcId="{4787F5DB-37EC-4CE5-B0D7-5905B40B436B}" destId="{9EFB77BD-3D5D-4572-8000-41219C42B3BA}" srcOrd="3" destOrd="0" presId="urn:microsoft.com/office/officeart/2018/2/layout/IconVerticalSolidList"/>
    <dgm:cxn modelId="{BE124F09-C844-4531-B572-ECE45041C928}" type="presParOf" srcId="{B18196A2-39F9-475E-8BBF-EFDB4990B392}" destId="{A06C677B-8C80-431F-A3A2-E6CD4A7A34E2}" srcOrd="5" destOrd="0" presId="urn:microsoft.com/office/officeart/2018/2/layout/IconVerticalSolidList"/>
    <dgm:cxn modelId="{B35C68E8-7E62-4EEA-9AF6-22C06BAF94DE}" type="presParOf" srcId="{B18196A2-39F9-475E-8BBF-EFDB4990B392}" destId="{1AD09314-F370-466C-BE69-16489200D4AC}" srcOrd="6" destOrd="0" presId="urn:microsoft.com/office/officeart/2018/2/layout/IconVerticalSolidList"/>
    <dgm:cxn modelId="{4A3BA29C-E318-468F-80A7-81419492415A}" type="presParOf" srcId="{1AD09314-F370-466C-BE69-16489200D4AC}" destId="{7B8A6B47-E857-440D-A8A3-3BF910EDF58A}" srcOrd="0" destOrd="0" presId="urn:microsoft.com/office/officeart/2018/2/layout/IconVerticalSolidList"/>
    <dgm:cxn modelId="{38C4258E-A8E6-4CEC-8D4A-55FA00559E1F}" type="presParOf" srcId="{1AD09314-F370-466C-BE69-16489200D4AC}" destId="{EEC31EEC-8DE6-4CF1-9F91-0D16BDB7D4F8}" srcOrd="1" destOrd="0" presId="urn:microsoft.com/office/officeart/2018/2/layout/IconVerticalSolidList"/>
    <dgm:cxn modelId="{D4143AB7-C343-4185-8258-8256B5823443}" type="presParOf" srcId="{1AD09314-F370-466C-BE69-16489200D4AC}" destId="{88B622A2-B46D-4692-9030-36ACCD633BCA}" srcOrd="2" destOrd="0" presId="urn:microsoft.com/office/officeart/2018/2/layout/IconVerticalSolidList"/>
    <dgm:cxn modelId="{F33EED35-A5A7-447A-B376-15F4E12BF0E5}" type="presParOf" srcId="{1AD09314-F370-466C-BE69-16489200D4AC}" destId="{18F746A9-EC58-4327-9F8E-808127C7FAC5}" srcOrd="3" destOrd="0" presId="urn:microsoft.com/office/officeart/2018/2/layout/IconVerticalSolidList"/>
    <dgm:cxn modelId="{6759A948-3641-425A-B236-275B99500767}" type="presParOf" srcId="{B18196A2-39F9-475E-8BBF-EFDB4990B392}" destId="{E9691E69-99A4-4802-A222-25D8DFBD0DB9}" srcOrd="7" destOrd="0" presId="urn:microsoft.com/office/officeart/2018/2/layout/IconVerticalSolidList"/>
    <dgm:cxn modelId="{1B9DE65C-977E-45E0-85CA-0BA7B031112A}" type="presParOf" srcId="{B18196A2-39F9-475E-8BBF-EFDB4990B392}" destId="{2C5126A0-1851-4269-A1B1-3D7BD94792C3}" srcOrd="8" destOrd="0" presId="urn:microsoft.com/office/officeart/2018/2/layout/IconVerticalSolidList"/>
    <dgm:cxn modelId="{C7A9C844-2D6A-44C1-A3DA-88E15085B742}" type="presParOf" srcId="{2C5126A0-1851-4269-A1B1-3D7BD94792C3}" destId="{645603C6-6F61-458C-BB00-FB701B9F77BA}" srcOrd="0" destOrd="0" presId="urn:microsoft.com/office/officeart/2018/2/layout/IconVerticalSolidList"/>
    <dgm:cxn modelId="{3E4EBEE3-FD6C-49E0-A43A-50C176A2089E}" type="presParOf" srcId="{2C5126A0-1851-4269-A1B1-3D7BD94792C3}" destId="{4C1C6BCC-F2DF-4D29-83B3-F85AD32097DC}" srcOrd="1" destOrd="0" presId="urn:microsoft.com/office/officeart/2018/2/layout/IconVerticalSolidList"/>
    <dgm:cxn modelId="{9D3A0B79-4492-40D0-B59E-217F5759E680}" type="presParOf" srcId="{2C5126A0-1851-4269-A1B1-3D7BD94792C3}" destId="{2EDF1593-1BF9-4790-89AE-453373E9F8F4}" srcOrd="2" destOrd="0" presId="urn:microsoft.com/office/officeart/2018/2/layout/IconVerticalSolidList"/>
    <dgm:cxn modelId="{F5F1763B-E77E-4713-9C2A-0EBAA0C1855C}" type="presParOf" srcId="{2C5126A0-1851-4269-A1B1-3D7BD94792C3}" destId="{D97A86CE-EB43-45FE-91B5-B428B1D5CF2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72413F-A00E-3147-8A0B-6C94475C076F}">
      <dsp:nvSpPr>
        <dsp:cNvPr id="0" name=""/>
        <dsp:cNvSpPr/>
      </dsp:nvSpPr>
      <dsp:spPr>
        <a:xfrm>
          <a:off x="0" y="25484"/>
          <a:ext cx="10168127" cy="719549"/>
        </a:xfrm>
        <a:prstGeom prst="roundRect">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ES" sz="3000" kern="1200" dirty="0"/>
            <a:t>Pérdida de ventas por falta de cantidad</a:t>
          </a:r>
          <a:endParaRPr lang="en-US" sz="3000" kern="1200" dirty="0"/>
        </a:p>
      </dsp:txBody>
      <dsp:txXfrm>
        <a:off x="35125" y="60609"/>
        <a:ext cx="10097877" cy="649299"/>
      </dsp:txXfrm>
    </dsp:sp>
    <dsp:sp modelId="{B86C08FD-FCBB-F849-BC72-46E36E5640F5}">
      <dsp:nvSpPr>
        <dsp:cNvPr id="0" name=""/>
        <dsp:cNvSpPr/>
      </dsp:nvSpPr>
      <dsp:spPr>
        <a:xfrm>
          <a:off x="0" y="831434"/>
          <a:ext cx="10168127" cy="719549"/>
        </a:xfrm>
        <a:prstGeom prst="roundRect">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ES" sz="3000" kern="1200" dirty="0"/>
            <a:t>Pérdida de productos por caducidad</a:t>
          </a:r>
          <a:endParaRPr lang="en-US" sz="3000" kern="1200" dirty="0"/>
        </a:p>
      </dsp:txBody>
      <dsp:txXfrm>
        <a:off x="35125" y="866559"/>
        <a:ext cx="10097877" cy="649299"/>
      </dsp:txXfrm>
    </dsp:sp>
    <dsp:sp modelId="{9DE05BC1-6A7D-8A44-A334-7F8276001D6B}">
      <dsp:nvSpPr>
        <dsp:cNvPr id="0" name=""/>
        <dsp:cNvSpPr/>
      </dsp:nvSpPr>
      <dsp:spPr>
        <a:xfrm>
          <a:off x="0" y="1637384"/>
          <a:ext cx="10168127" cy="719549"/>
        </a:xfrm>
        <a:prstGeom prst="roundRect">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ES" sz="3000" kern="1200"/>
            <a:t>Aumento de costos de almacenamiento </a:t>
          </a:r>
          <a:endParaRPr lang="en-US" sz="3000" kern="1200"/>
        </a:p>
      </dsp:txBody>
      <dsp:txXfrm>
        <a:off x="35125" y="1672509"/>
        <a:ext cx="10097877" cy="649299"/>
      </dsp:txXfrm>
    </dsp:sp>
    <dsp:sp modelId="{D9EF62C5-1890-E248-A4BF-C9AD8B05A49B}">
      <dsp:nvSpPr>
        <dsp:cNvPr id="0" name=""/>
        <dsp:cNvSpPr/>
      </dsp:nvSpPr>
      <dsp:spPr>
        <a:xfrm>
          <a:off x="0" y="2443334"/>
          <a:ext cx="10168127" cy="719549"/>
        </a:xfrm>
        <a:prstGeom prst="roundRect">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ES" sz="3000" kern="1200"/>
            <a:t>Exceso de inventario innecesario</a:t>
          </a:r>
          <a:endParaRPr lang="en-US" sz="3000" kern="1200"/>
        </a:p>
      </dsp:txBody>
      <dsp:txXfrm>
        <a:off x="35125" y="2478459"/>
        <a:ext cx="10097877" cy="6492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304C9C-7882-184F-9F54-DC5532CEEEBF}">
      <dsp:nvSpPr>
        <dsp:cNvPr id="0" name=""/>
        <dsp:cNvSpPr/>
      </dsp:nvSpPr>
      <dsp:spPr>
        <a:xfrm>
          <a:off x="3040792" y="873711"/>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3357014" y="915941"/>
        <a:ext cx="34897" cy="6979"/>
      </dsp:txXfrm>
    </dsp:sp>
    <dsp:sp modelId="{F84B7032-E4BE-4744-B7D2-BD6F1029A950}">
      <dsp:nvSpPr>
        <dsp:cNvPr id="0" name=""/>
        <dsp:cNvSpPr/>
      </dsp:nvSpPr>
      <dsp:spPr>
        <a:xfrm>
          <a:off x="8061" y="9072"/>
          <a:ext cx="3034531" cy="1820718"/>
        </a:xfrm>
        <a:prstGeom prst="rect">
          <a:avLst/>
        </a:prstGeom>
        <a:solidFill>
          <a:schemeClr val="accent6">
            <a:lumMod val="75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Recopilación de </a:t>
          </a:r>
          <a:r>
            <a:rPr lang="es-ES" sz="2100" kern="1200">
              <a:solidFill>
                <a:schemeClr val="tx1"/>
              </a:solidFill>
            </a:rPr>
            <a:t>datos históricos</a:t>
          </a:r>
          <a:endParaRPr lang="en-US" sz="2100" kern="1200" dirty="0">
            <a:solidFill>
              <a:schemeClr val="tx1"/>
            </a:solidFill>
          </a:endParaRPr>
        </a:p>
      </dsp:txBody>
      <dsp:txXfrm>
        <a:off x="8061" y="9072"/>
        <a:ext cx="3034531" cy="1820718"/>
      </dsp:txXfrm>
    </dsp:sp>
    <dsp:sp modelId="{C781FE29-42DA-6E4E-B1D6-4D99ED4D507A}">
      <dsp:nvSpPr>
        <dsp:cNvPr id="0" name=""/>
        <dsp:cNvSpPr/>
      </dsp:nvSpPr>
      <dsp:spPr>
        <a:xfrm>
          <a:off x="6773265" y="873711"/>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7089488" y="915941"/>
        <a:ext cx="34897" cy="6979"/>
      </dsp:txXfrm>
    </dsp:sp>
    <dsp:sp modelId="{D9C2B107-FB1D-A343-97A2-C04560A8715F}">
      <dsp:nvSpPr>
        <dsp:cNvPr id="0" name=""/>
        <dsp:cNvSpPr/>
      </dsp:nvSpPr>
      <dsp:spPr>
        <a:xfrm>
          <a:off x="3740534" y="9072"/>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Selección de los productos relacionados con la pandemia </a:t>
          </a:r>
          <a:endParaRPr lang="en-US" sz="2100" kern="1200" dirty="0">
            <a:solidFill>
              <a:schemeClr val="tx1"/>
            </a:solidFill>
          </a:endParaRPr>
        </a:p>
      </dsp:txBody>
      <dsp:txXfrm>
        <a:off x="3740534" y="9072"/>
        <a:ext cx="3034531" cy="1820718"/>
      </dsp:txXfrm>
    </dsp:sp>
    <dsp:sp modelId="{5DECD08D-66D2-F249-8EF5-A627401AFA7A}">
      <dsp:nvSpPr>
        <dsp:cNvPr id="0" name=""/>
        <dsp:cNvSpPr/>
      </dsp:nvSpPr>
      <dsp:spPr>
        <a:xfrm>
          <a:off x="1525326" y="1827990"/>
          <a:ext cx="7464946" cy="667342"/>
        </a:xfrm>
        <a:custGeom>
          <a:avLst/>
          <a:gdLst/>
          <a:ahLst/>
          <a:cxnLst/>
          <a:rect l="0" t="0" r="0" b="0"/>
          <a:pathLst>
            <a:path>
              <a:moveTo>
                <a:pt x="7464946" y="0"/>
              </a:moveTo>
              <a:lnTo>
                <a:pt x="7464946" y="350771"/>
              </a:lnTo>
              <a:lnTo>
                <a:pt x="0" y="350771"/>
              </a:lnTo>
              <a:lnTo>
                <a:pt x="0" y="667342"/>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5070362" y="2158172"/>
        <a:ext cx="374875" cy="6979"/>
      </dsp:txXfrm>
    </dsp:sp>
    <dsp:sp modelId="{9C0C7F70-3629-2E41-9906-B37DE060AFDC}">
      <dsp:nvSpPr>
        <dsp:cNvPr id="0" name=""/>
        <dsp:cNvSpPr/>
      </dsp:nvSpPr>
      <dsp:spPr>
        <a:xfrm>
          <a:off x="7473007" y="9072"/>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Simulación de una nueva pandemia con modelos de ecuaciones diferenciales</a:t>
          </a:r>
          <a:endParaRPr lang="en-US" sz="2100" kern="1200" dirty="0">
            <a:solidFill>
              <a:schemeClr val="tx1"/>
            </a:solidFill>
          </a:endParaRPr>
        </a:p>
      </dsp:txBody>
      <dsp:txXfrm>
        <a:off x="7473007" y="9072"/>
        <a:ext cx="3034531" cy="1820718"/>
      </dsp:txXfrm>
    </dsp:sp>
    <dsp:sp modelId="{C124F918-7B2A-A94B-A1C8-82DC5F655048}">
      <dsp:nvSpPr>
        <dsp:cNvPr id="0" name=""/>
        <dsp:cNvSpPr/>
      </dsp:nvSpPr>
      <dsp:spPr>
        <a:xfrm>
          <a:off x="3040792" y="3392372"/>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3357014" y="3434602"/>
        <a:ext cx="34897" cy="6979"/>
      </dsp:txXfrm>
    </dsp:sp>
    <dsp:sp modelId="{0DCC0A00-AFE8-7447-A14B-3C67EA8FF3C0}">
      <dsp:nvSpPr>
        <dsp:cNvPr id="0" name=""/>
        <dsp:cNvSpPr/>
      </dsp:nvSpPr>
      <dsp:spPr>
        <a:xfrm>
          <a:off x="8061" y="2527733"/>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a:solidFill>
                <a:schemeClr val="tx1"/>
              </a:solidFill>
            </a:rPr>
            <a:t>Encontrar el modelo predictivo idóneo</a:t>
          </a:r>
          <a:endParaRPr lang="en-US" sz="2100" kern="1200">
            <a:solidFill>
              <a:schemeClr val="tx1"/>
            </a:solidFill>
          </a:endParaRPr>
        </a:p>
      </dsp:txBody>
      <dsp:txXfrm>
        <a:off x="8061" y="2527733"/>
        <a:ext cx="3034531" cy="1820718"/>
      </dsp:txXfrm>
    </dsp:sp>
    <dsp:sp modelId="{BE6C8083-A028-0041-BC25-BA2ACD998F46}">
      <dsp:nvSpPr>
        <dsp:cNvPr id="0" name=""/>
        <dsp:cNvSpPr/>
      </dsp:nvSpPr>
      <dsp:spPr>
        <a:xfrm>
          <a:off x="6773265" y="3392372"/>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7089488" y="3434602"/>
        <a:ext cx="34897" cy="6979"/>
      </dsp:txXfrm>
    </dsp:sp>
    <dsp:sp modelId="{EF7A3984-34D5-4A42-ACA9-B65E5151C4BC}">
      <dsp:nvSpPr>
        <dsp:cNvPr id="0" name=""/>
        <dsp:cNvSpPr/>
      </dsp:nvSpPr>
      <dsp:spPr>
        <a:xfrm>
          <a:off x="3740534" y="2527733"/>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Aplicar el modelo entrenado a los nuevos datos de casos generados</a:t>
          </a:r>
          <a:endParaRPr lang="en-US" sz="2100" kern="1200" dirty="0">
            <a:solidFill>
              <a:schemeClr val="tx1"/>
            </a:solidFill>
          </a:endParaRPr>
        </a:p>
      </dsp:txBody>
      <dsp:txXfrm>
        <a:off x="3740534" y="2527733"/>
        <a:ext cx="3034531" cy="1820718"/>
      </dsp:txXfrm>
    </dsp:sp>
    <dsp:sp modelId="{8BB73857-7A3A-E74E-AC36-3FBD77BC57CB}">
      <dsp:nvSpPr>
        <dsp:cNvPr id="0" name=""/>
        <dsp:cNvSpPr/>
      </dsp:nvSpPr>
      <dsp:spPr>
        <a:xfrm>
          <a:off x="7473007" y="2527733"/>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Extraer conclusiones de los resultados de las predicciones</a:t>
          </a:r>
          <a:endParaRPr lang="en-US" sz="2100" kern="1200" dirty="0">
            <a:solidFill>
              <a:schemeClr val="tx1"/>
            </a:solidFill>
          </a:endParaRPr>
        </a:p>
      </dsp:txBody>
      <dsp:txXfrm>
        <a:off x="7473007" y="2527733"/>
        <a:ext cx="3034531" cy="18207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304C9C-7882-184F-9F54-DC5532CEEEBF}">
      <dsp:nvSpPr>
        <dsp:cNvPr id="0" name=""/>
        <dsp:cNvSpPr/>
      </dsp:nvSpPr>
      <dsp:spPr>
        <a:xfrm>
          <a:off x="3040792" y="873711"/>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3357014" y="915941"/>
        <a:ext cx="34897" cy="6979"/>
      </dsp:txXfrm>
    </dsp:sp>
    <dsp:sp modelId="{F84B7032-E4BE-4744-B7D2-BD6F1029A950}">
      <dsp:nvSpPr>
        <dsp:cNvPr id="0" name=""/>
        <dsp:cNvSpPr/>
      </dsp:nvSpPr>
      <dsp:spPr>
        <a:xfrm>
          <a:off x="8061" y="9072"/>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Recopilación de datos históricos</a:t>
          </a:r>
          <a:endParaRPr lang="en-US" sz="2100" kern="1200" dirty="0">
            <a:solidFill>
              <a:schemeClr val="tx1"/>
            </a:solidFill>
          </a:endParaRPr>
        </a:p>
      </dsp:txBody>
      <dsp:txXfrm>
        <a:off x="8061" y="9072"/>
        <a:ext cx="3034531" cy="1820718"/>
      </dsp:txXfrm>
    </dsp:sp>
    <dsp:sp modelId="{C781FE29-42DA-6E4E-B1D6-4D99ED4D507A}">
      <dsp:nvSpPr>
        <dsp:cNvPr id="0" name=""/>
        <dsp:cNvSpPr/>
      </dsp:nvSpPr>
      <dsp:spPr>
        <a:xfrm>
          <a:off x="6773265" y="873711"/>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7089488" y="915941"/>
        <a:ext cx="34897" cy="6979"/>
      </dsp:txXfrm>
    </dsp:sp>
    <dsp:sp modelId="{D9C2B107-FB1D-A343-97A2-C04560A8715F}">
      <dsp:nvSpPr>
        <dsp:cNvPr id="0" name=""/>
        <dsp:cNvSpPr/>
      </dsp:nvSpPr>
      <dsp:spPr>
        <a:xfrm>
          <a:off x="3740534" y="9072"/>
          <a:ext cx="3034531" cy="1820718"/>
        </a:xfrm>
        <a:prstGeom prst="rect">
          <a:avLst/>
        </a:prstGeom>
        <a:solidFill>
          <a:schemeClr val="accent6">
            <a:lumMod val="75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Selección de los productos relacionados con la pandemia </a:t>
          </a:r>
          <a:endParaRPr lang="en-US" sz="2100" kern="1200" dirty="0">
            <a:solidFill>
              <a:schemeClr val="tx1"/>
            </a:solidFill>
          </a:endParaRPr>
        </a:p>
      </dsp:txBody>
      <dsp:txXfrm>
        <a:off x="3740534" y="9072"/>
        <a:ext cx="3034531" cy="1820718"/>
      </dsp:txXfrm>
    </dsp:sp>
    <dsp:sp modelId="{5DECD08D-66D2-F249-8EF5-A627401AFA7A}">
      <dsp:nvSpPr>
        <dsp:cNvPr id="0" name=""/>
        <dsp:cNvSpPr/>
      </dsp:nvSpPr>
      <dsp:spPr>
        <a:xfrm>
          <a:off x="1525326" y="1827990"/>
          <a:ext cx="7464946" cy="667342"/>
        </a:xfrm>
        <a:custGeom>
          <a:avLst/>
          <a:gdLst/>
          <a:ahLst/>
          <a:cxnLst/>
          <a:rect l="0" t="0" r="0" b="0"/>
          <a:pathLst>
            <a:path>
              <a:moveTo>
                <a:pt x="7464946" y="0"/>
              </a:moveTo>
              <a:lnTo>
                <a:pt x="7464946" y="350771"/>
              </a:lnTo>
              <a:lnTo>
                <a:pt x="0" y="350771"/>
              </a:lnTo>
              <a:lnTo>
                <a:pt x="0" y="667342"/>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5070362" y="2158172"/>
        <a:ext cx="374875" cy="6979"/>
      </dsp:txXfrm>
    </dsp:sp>
    <dsp:sp modelId="{9C0C7F70-3629-2E41-9906-B37DE060AFDC}">
      <dsp:nvSpPr>
        <dsp:cNvPr id="0" name=""/>
        <dsp:cNvSpPr/>
      </dsp:nvSpPr>
      <dsp:spPr>
        <a:xfrm>
          <a:off x="7473007" y="9072"/>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Simulación de una nueva pandemia con modelos de ecuaciones diferenciales</a:t>
          </a:r>
          <a:endParaRPr lang="en-US" sz="2100" kern="1200" dirty="0">
            <a:solidFill>
              <a:schemeClr val="tx1"/>
            </a:solidFill>
          </a:endParaRPr>
        </a:p>
      </dsp:txBody>
      <dsp:txXfrm>
        <a:off x="7473007" y="9072"/>
        <a:ext cx="3034531" cy="1820718"/>
      </dsp:txXfrm>
    </dsp:sp>
    <dsp:sp modelId="{C124F918-7B2A-A94B-A1C8-82DC5F655048}">
      <dsp:nvSpPr>
        <dsp:cNvPr id="0" name=""/>
        <dsp:cNvSpPr/>
      </dsp:nvSpPr>
      <dsp:spPr>
        <a:xfrm>
          <a:off x="3040792" y="3392372"/>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3357014" y="3434602"/>
        <a:ext cx="34897" cy="6979"/>
      </dsp:txXfrm>
    </dsp:sp>
    <dsp:sp modelId="{0DCC0A00-AFE8-7447-A14B-3C67EA8FF3C0}">
      <dsp:nvSpPr>
        <dsp:cNvPr id="0" name=""/>
        <dsp:cNvSpPr/>
      </dsp:nvSpPr>
      <dsp:spPr>
        <a:xfrm>
          <a:off x="8061" y="2527733"/>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a:solidFill>
                <a:schemeClr val="tx1"/>
              </a:solidFill>
            </a:rPr>
            <a:t>Encontrar el modelo predictivo idóneo</a:t>
          </a:r>
          <a:endParaRPr lang="en-US" sz="2100" kern="1200">
            <a:solidFill>
              <a:schemeClr val="tx1"/>
            </a:solidFill>
          </a:endParaRPr>
        </a:p>
      </dsp:txBody>
      <dsp:txXfrm>
        <a:off x="8061" y="2527733"/>
        <a:ext cx="3034531" cy="1820718"/>
      </dsp:txXfrm>
    </dsp:sp>
    <dsp:sp modelId="{BE6C8083-A028-0041-BC25-BA2ACD998F46}">
      <dsp:nvSpPr>
        <dsp:cNvPr id="0" name=""/>
        <dsp:cNvSpPr/>
      </dsp:nvSpPr>
      <dsp:spPr>
        <a:xfrm>
          <a:off x="6773265" y="3392372"/>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7089488" y="3434602"/>
        <a:ext cx="34897" cy="6979"/>
      </dsp:txXfrm>
    </dsp:sp>
    <dsp:sp modelId="{EF7A3984-34D5-4A42-ACA9-B65E5151C4BC}">
      <dsp:nvSpPr>
        <dsp:cNvPr id="0" name=""/>
        <dsp:cNvSpPr/>
      </dsp:nvSpPr>
      <dsp:spPr>
        <a:xfrm>
          <a:off x="3740534" y="2527733"/>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Aplicar el modelo entrenado a los nuevos datos de casos generados</a:t>
          </a:r>
          <a:endParaRPr lang="en-US" sz="2100" kern="1200" dirty="0">
            <a:solidFill>
              <a:schemeClr val="tx1"/>
            </a:solidFill>
          </a:endParaRPr>
        </a:p>
      </dsp:txBody>
      <dsp:txXfrm>
        <a:off x="3740534" y="2527733"/>
        <a:ext cx="3034531" cy="1820718"/>
      </dsp:txXfrm>
    </dsp:sp>
    <dsp:sp modelId="{8BB73857-7A3A-E74E-AC36-3FBD77BC57CB}">
      <dsp:nvSpPr>
        <dsp:cNvPr id="0" name=""/>
        <dsp:cNvSpPr/>
      </dsp:nvSpPr>
      <dsp:spPr>
        <a:xfrm>
          <a:off x="7473007" y="2527733"/>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Extraer conclusiones de los resultados de las predicciones</a:t>
          </a:r>
          <a:endParaRPr lang="en-US" sz="2100" kern="1200" dirty="0">
            <a:solidFill>
              <a:schemeClr val="tx1"/>
            </a:solidFill>
          </a:endParaRPr>
        </a:p>
      </dsp:txBody>
      <dsp:txXfrm>
        <a:off x="7473007" y="2527733"/>
        <a:ext cx="3034531" cy="182071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304C9C-7882-184F-9F54-DC5532CEEEBF}">
      <dsp:nvSpPr>
        <dsp:cNvPr id="0" name=""/>
        <dsp:cNvSpPr/>
      </dsp:nvSpPr>
      <dsp:spPr>
        <a:xfrm>
          <a:off x="3040792" y="873711"/>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3357014" y="915941"/>
        <a:ext cx="34897" cy="6979"/>
      </dsp:txXfrm>
    </dsp:sp>
    <dsp:sp modelId="{F84B7032-E4BE-4744-B7D2-BD6F1029A950}">
      <dsp:nvSpPr>
        <dsp:cNvPr id="0" name=""/>
        <dsp:cNvSpPr/>
      </dsp:nvSpPr>
      <dsp:spPr>
        <a:xfrm>
          <a:off x="8061" y="9072"/>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Recopilación de </a:t>
          </a:r>
          <a:r>
            <a:rPr lang="es-ES" sz="2100" kern="1200">
              <a:solidFill>
                <a:schemeClr val="tx1"/>
              </a:solidFill>
            </a:rPr>
            <a:t>datos históricos</a:t>
          </a:r>
          <a:endParaRPr lang="en-US" sz="2100" kern="1200" dirty="0">
            <a:solidFill>
              <a:schemeClr val="tx1"/>
            </a:solidFill>
          </a:endParaRPr>
        </a:p>
      </dsp:txBody>
      <dsp:txXfrm>
        <a:off x="8061" y="9072"/>
        <a:ext cx="3034531" cy="1820718"/>
      </dsp:txXfrm>
    </dsp:sp>
    <dsp:sp modelId="{C781FE29-42DA-6E4E-B1D6-4D99ED4D507A}">
      <dsp:nvSpPr>
        <dsp:cNvPr id="0" name=""/>
        <dsp:cNvSpPr/>
      </dsp:nvSpPr>
      <dsp:spPr>
        <a:xfrm>
          <a:off x="6773265" y="873711"/>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7089488" y="915941"/>
        <a:ext cx="34897" cy="6979"/>
      </dsp:txXfrm>
    </dsp:sp>
    <dsp:sp modelId="{D9C2B107-FB1D-A343-97A2-C04560A8715F}">
      <dsp:nvSpPr>
        <dsp:cNvPr id="0" name=""/>
        <dsp:cNvSpPr/>
      </dsp:nvSpPr>
      <dsp:spPr>
        <a:xfrm>
          <a:off x="3740534" y="9072"/>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Selección de los productos relacionados con la pandemia </a:t>
          </a:r>
          <a:endParaRPr lang="en-US" sz="2100" kern="1200" dirty="0">
            <a:solidFill>
              <a:schemeClr val="tx1"/>
            </a:solidFill>
          </a:endParaRPr>
        </a:p>
      </dsp:txBody>
      <dsp:txXfrm>
        <a:off x="3740534" y="9072"/>
        <a:ext cx="3034531" cy="1820718"/>
      </dsp:txXfrm>
    </dsp:sp>
    <dsp:sp modelId="{5DECD08D-66D2-F249-8EF5-A627401AFA7A}">
      <dsp:nvSpPr>
        <dsp:cNvPr id="0" name=""/>
        <dsp:cNvSpPr/>
      </dsp:nvSpPr>
      <dsp:spPr>
        <a:xfrm>
          <a:off x="1525326" y="1827990"/>
          <a:ext cx="7464946" cy="667342"/>
        </a:xfrm>
        <a:custGeom>
          <a:avLst/>
          <a:gdLst/>
          <a:ahLst/>
          <a:cxnLst/>
          <a:rect l="0" t="0" r="0" b="0"/>
          <a:pathLst>
            <a:path>
              <a:moveTo>
                <a:pt x="7464946" y="0"/>
              </a:moveTo>
              <a:lnTo>
                <a:pt x="7464946" y="350771"/>
              </a:lnTo>
              <a:lnTo>
                <a:pt x="0" y="350771"/>
              </a:lnTo>
              <a:lnTo>
                <a:pt x="0" y="667342"/>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5070362" y="2158172"/>
        <a:ext cx="374875" cy="6979"/>
      </dsp:txXfrm>
    </dsp:sp>
    <dsp:sp modelId="{9C0C7F70-3629-2E41-9906-B37DE060AFDC}">
      <dsp:nvSpPr>
        <dsp:cNvPr id="0" name=""/>
        <dsp:cNvSpPr/>
      </dsp:nvSpPr>
      <dsp:spPr>
        <a:xfrm>
          <a:off x="7473007" y="9072"/>
          <a:ext cx="3034531" cy="1820718"/>
        </a:xfrm>
        <a:prstGeom prst="rect">
          <a:avLst/>
        </a:prstGeom>
        <a:solidFill>
          <a:schemeClr val="accent6">
            <a:lumMod val="75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Simulación de una nueva pandemia con modelos de ecuaciones diferenciales</a:t>
          </a:r>
          <a:endParaRPr lang="en-US" sz="2100" kern="1200" dirty="0">
            <a:solidFill>
              <a:schemeClr val="tx1"/>
            </a:solidFill>
          </a:endParaRPr>
        </a:p>
      </dsp:txBody>
      <dsp:txXfrm>
        <a:off x="7473007" y="9072"/>
        <a:ext cx="3034531" cy="1820718"/>
      </dsp:txXfrm>
    </dsp:sp>
    <dsp:sp modelId="{C124F918-7B2A-A94B-A1C8-82DC5F655048}">
      <dsp:nvSpPr>
        <dsp:cNvPr id="0" name=""/>
        <dsp:cNvSpPr/>
      </dsp:nvSpPr>
      <dsp:spPr>
        <a:xfrm>
          <a:off x="3040792" y="3392372"/>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3357014" y="3434602"/>
        <a:ext cx="34897" cy="6979"/>
      </dsp:txXfrm>
    </dsp:sp>
    <dsp:sp modelId="{0DCC0A00-AFE8-7447-A14B-3C67EA8FF3C0}">
      <dsp:nvSpPr>
        <dsp:cNvPr id="0" name=""/>
        <dsp:cNvSpPr/>
      </dsp:nvSpPr>
      <dsp:spPr>
        <a:xfrm>
          <a:off x="8061" y="2527733"/>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a:solidFill>
                <a:schemeClr val="tx1"/>
              </a:solidFill>
            </a:rPr>
            <a:t>Encontrar el modelo predictivo idóneo</a:t>
          </a:r>
          <a:endParaRPr lang="en-US" sz="2100" kern="1200">
            <a:solidFill>
              <a:schemeClr val="tx1"/>
            </a:solidFill>
          </a:endParaRPr>
        </a:p>
      </dsp:txBody>
      <dsp:txXfrm>
        <a:off x="8061" y="2527733"/>
        <a:ext cx="3034531" cy="1820718"/>
      </dsp:txXfrm>
    </dsp:sp>
    <dsp:sp modelId="{BE6C8083-A028-0041-BC25-BA2ACD998F46}">
      <dsp:nvSpPr>
        <dsp:cNvPr id="0" name=""/>
        <dsp:cNvSpPr/>
      </dsp:nvSpPr>
      <dsp:spPr>
        <a:xfrm>
          <a:off x="6773265" y="3392372"/>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7089488" y="3434602"/>
        <a:ext cx="34897" cy="6979"/>
      </dsp:txXfrm>
    </dsp:sp>
    <dsp:sp modelId="{EF7A3984-34D5-4A42-ACA9-B65E5151C4BC}">
      <dsp:nvSpPr>
        <dsp:cNvPr id="0" name=""/>
        <dsp:cNvSpPr/>
      </dsp:nvSpPr>
      <dsp:spPr>
        <a:xfrm>
          <a:off x="3740534" y="2527733"/>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Aplicar el modelo entrenado a los nuevos datos de casos generados</a:t>
          </a:r>
          <a:endParaRPr lang="en-US" sz="2100" kern="1200" dirty="0">
            <a:solidFill>
              <a:schemeClr val="tx1"/>
            </a:solidFill>
          </a:endParaRPr>
        </a:p>
      </dsp:txBody>
      <dsp:txXfrm>
        <a:off x="3740534" y="2527733"/>
        <a:ext cx="3034531" cy="1820718"/>
      </dsp:txXfrm>
    </dsp:sp>
    <dsp:sp modelId="{8BB73857-7A3A-E74E-AC36-3FBD77BC57CB}">
      <dsp:nvSpPr>
        <dsp:cNvPr id="0" name=""/>
        <dsp:cNvSpPr/>
      </dsp:nvSpPr>
      <dsp:spPr>
        <a:xfrm>
          <a:off x="7473007" y="2527733"/>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Extraer conclusiones de los resultados de las predicciones</a:t>
          </a:r>
          <a:endParaRPr lang="en-US" sz="2100" kern="1200" dirty="0">
            <a:solidFill>
              <a:schemeClr val="tx1"/>
            </a:solidFill>
          </a:endParaRPr>
        </a:p>
      </dsp:txBody>
      <dsp:txXfrm>
        <a:off x="7473007" y="2527733"/>
        <a:ext cx="3034531" cy="182071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304C9C-7882-184F-9F54-DC5532CEEEBF}">
      <dsp:nvSpPr>
        <dsp:cNvPr id="0" name=""/>
        <dsp:cNvSpPr/>
      </dsp:nvSpPr>
      <dsp:spPr>
        <a:xfrm>
          <a:off x="3040792" y="873711"/>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3357014" y="915941"/>
        <a:ext cx="34897" cy="6979"/>
      </dsp:txXfrm>
    </dsp:sp>
    <dsp:sp modelId="{F84B7032-E4BE-4744-B7D2-BD6F1029A950}">
      <dsp:nvSpPr>
        <dsp:cNvPr id="0" name=""/>
        <dsp:cNvSpPr/>
      </dsp:nvSpPr>
      <dsp:spPr>
        <a:xfrm>
          <a:off x="8061" y="9072"/>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Recopilación de </a:t>
          </a:r>
          <a:r>
            <a:rPr lang="es-ES" sz="2100" kern="1200">
              <a:solidFill>
                <a:schemeClr val="tx1"/>
              </a:solidFill>
            </a:rPr>
            <a:t>datos históricos</a:t>
          </a:r>
          <a:endParaRPr lang="en-US" sz="2100" kern="1200" dirty="0">
            <a:solidFill>
              <a:schemeClr val="tx1"/>
            </a:solidFill>
          </a:endParaRPr>
        </a:p>
      </dsp:txBody>
      <dsp:txXfrm>
        <a:off x="8061" y="9072"/>
        <a:ext cx="3034531" cy="1820718"/>
      </dsp:txXfrm>
    </dsp:sp>
    <dsp:sp modelId="{C781FE29-42DA-6E4E-B1D6-4D99ED4D507A}">
      <dsp:nvSpPr>
        <dsp:cNvPr id="0" name=""/>
        <dsp:cNvSpPr/>
      </dsp:nvSpPr>
      <dsp:spPr>
        <a:xfrm>
          <a:off x="6773265" y="873711"/>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7089488" y="915941"/>
        <a:ext cx="34897" cy="6979"/>
      </dsp:txXfrm>
    </dsp:sp>
    <dsp:sp modelId="{D9C2B107-FB1D-A343-97A2-C04560A8715F}">
      <dsp:nvSpPr>
        <dsp:cNvPr id="0" name=""/>
        <dsp:cNvSpPr/>
      </dsp:nvSpPr>
      <dsp:spPr>
        <a:xfrm>
          <a:off x="3740534" y="9072"/>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Selección de los productos relacionados con la pandemia </a:t>
          </a:r>
          <a:endParaRPr lang="en-US" sz="2100" kern="1200" dirty="0">
            <a:solidFill>
              <a:schemeClr val="tx1"/>
            </a:solidFill>
          </a:endParaRPr>
        </a:p>
      </dsp:txBody>
      <dsp:txXfrm>
        <a:off x="3740534" y="9072"/>
        <a:ext cx="3034531" cy="1820718"/>
      </dsp:txXfrm>
    </dsp:sp>
    <dsp:sp modelId="{5DECD08D-66D2-F249-8EF5-A627401AFA7A}">
      <dsp:nvSpPr>
        <dsp:cNvPr id="0" name=""/>
        <dsp:cNvSpPr/>
      </dsp:nvSpPr>
      <dsp:spPr>
        <a:xfrm>
          <a:off x="1525326" y="1827990"/>
          <a:ext cx="7464946" cy="667342"/>
        </a:xfrm>
        <a:custGeom>
          <a:avLst/>
          <a:gdLst/>
          <a:ahLst/>
          <a:cxnLst/>
          <a:rect l="0" t="0" r="0" b="0"/>
          <a:pathLst>
            <a:path>
              <a:moveTo>
                <a:pt x="7464946" y="0"/>
              </a:moveTo>
              <a:lnTo>
                <a:pt x="7464946" y="350771"/>
              </a:lnTo>
              <a:lnTo>
                <a:pt x="0" y="350771"/>
              </a:lnTo>
              <a:lnTo>
                <a:pt x="0" y="667342"/>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5070362" y="2158172"/>
        <a:ext cx="374875" cy="6979"/>
      </dsp:txXfrm>
    </dsp:sp>
    <dsp:sp modelId="{9C0C7F70-3629-2E41-9906-B37DE060AFDC}">
      <dsp:nvSpPr>
        <dsp:cNvPr id="0" name=""/>
        <dsp:cNvSpPr/>
      </dsp:nvSpPr>
      <dsp:spPr>
        <a:xfrm>
          <a:off x="7473007" y="9072"/>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Simulación de una nueva pandemia con modelos de ecuaciones diferenciales</a:t>
          </a:r>
          <a:endParaRPr lang="en-US" sz="2100" kern="1200" dirty="0">
            <a:solidFill>
              <a:schemeClr val="tx1"/>
            </a:solidFill>
          </a:endParaRPr>
        </a:p>
      </dsp:txBody>
      <dsp:txXfrm>
        <a:off x="7473007" y="9072"/>
        <a:ext cx="3034531" cy="1820718"/>
      </dsp:txXfrm>
    </dsp:sp>
    <dsp:sp modelId="{C124F918-7B2A-A94B-A1C8-82DC5F655048}">
      <dsp:nvSpPr>
        <dsp:cNvPr id="0" name=""/>
        <dsp:cNvSpPr/>
      </dsp:nvSpPr>
      <dsp:spPr>
        <a:xfrm>
          <a:off x="3040792" y="3392372"/>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3357014" y="3434602"/>
        <a:ext cx="34897" cy="6979"/>
      </dsp:txXfrm>
    </dsp:sp>
    <dsp:sp modelId="{0DCC0A00-AFE8-7447-A14B-3C67EA8FF3C0}">
      <dsp:nvSpPr>
        <dsp:cNvPr id="0" name=""/>
        <dsp:cNvSpPr/>
      </dsp:nvSpPr>
      <dsp:spPr>
        <a:xfrm>
          <a:off x="8061" y="2527733"/>
          <a:ext cx="3034531" cy="1820718"/>
        </a:xfrm>
        <a:prstGeom prst="rect">
          <a:avLst/>
        </a:prstGeom>
        <a:solidFill>
          <a:schemeClr val="accent6">
            <a:lumMod val="75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Encontrar el modelo predictivo idóneo</a:t>
          </a:r>
          <a:endParaRPr lang="en-US" sz="2100" kern="1200" dirty="0">
            <a:solidFill>
              <a:schemeClr val="tx1"/>
            </a:solidFill>
          </a:endParaRPr>
        </a:p>
      </dsp:txBody>
      <dsp:txXfrm>
        <a:off x="8061" y="2527733"/>
        <a:ext cx="3034531" cy="1820718"/>
      </dsp:txXfrm>
    </dsp:sp>
    <dsp:sp modelId="{BE6C8083-A028-0041-BC25-BA2ACD998F46}">
      <dsp:nvSpPr>
        <dsp:cNvPr id="0" name=""/>
        <dsp:cNvSpPr/>
      </dsp:nvSpPr>
      <dsp:spPr>
        <a:xfrm>
          <a:off x="6773265" y="3392372"/>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7089488" y="3434602"/>
        <a:ext cx="34897" cy="6979"/>
      </dsp:txXfrm>
    </dsp:sp>
    <dsp:sp modelId="{EF7A3984-34D5-4A42-ACA9-B65E5151C4BC}">
      <dsp:nvSpPr>
        <dsp:cNvPr id="0" name=""/>
        <dsp:cNvSpPr/>
      </dsp:nvSpPr>
      <dsp:spPr>
        <a:xfrm>
          <a:off x="3740534" y="2527733"/>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Aplicar el modelo entrenado a los nuevos datos de casos generados</a:t>
          </a:r>
          <a:endParaRPr lang="en-US" sz="2100" kern="1200" dirty="0">
            <a:solidFill>
              <a:schemeClr val="tx1"/>
            </a:solidFill>
          </a:endParaRPr>
        </a:p>
      </dsp:txBody>
      <dsp:txXfrm>
        <a:off x="3740534" y="2527733"/>
        <a:ext cx="3034531" cy="1820718"/>
      </dsp:txXfrm>
    </dsp:sp>
    <dsp:sp modelId="{8BB73857-7A3A-E74E-AC36-3FBD77BC57CB}">
      <dsp:nvSpPr>
        <dsp:cNvPr id="0" name=""/>
        <dsp:cNvSpPr/>
      </dsp:nvSpPr>
      <dsp:spPr>
        <a:xfrm>
          <a:off x="7473007" y="2527733"/>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Extraer conclusiones de los resultados de las predicciones</a:t>
          </a:r>
          <a:endParaRPr lang="en-US" sz="2100" kern="1200" dirty="0">
            <a:solidFill>
              <a:schemeClr val="tx1"/>
            </a:solidFill>
          </a:endParaRPr>
        </a:p>
      </dsp:txBody>
      <dsp:txXfrm>
        <a:off x="7473007" y="2527733"/>
        <a:ext cx="3034531" cy="182071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304C9C-7882-184F-9F54-DC5532CEEEBF}">
      <dsp:nvSpPr>
        <dsp:cNvPr id="0" name=""/>
        <dsp:cNvSpPr/>
      </dsp:nvSpPr>
      <dsp:spPr>
        <a:xfrm>
          <a:off x="3040792" y="873711"/>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3357014" y="915941"/>
        <a:ext cx="34897" cy="6979"/>
      </dsp:txXfrm>
    </dsp:sp>
    <dsp:sp modelId="{F84B7032-E4BE-4744-B7D2-BD6F1029A950}">
      <dsp:nvSpPr>
        <dsp:cNvPr id="0" name=""/>
        <dsp:cNvSpPr/>
      </dsp:nvSpPr>
      <dsp:spPr>
        <a:xfrm>
          <a:off x="8061" y="9072"/>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Recopilación de datos históricos</a:t>
          </a:r>
          <a:endParaRPr lang="en-US" sz="2100" kern="1200" dirty="0">
            <a:solidFill>
              <a:schemeClr val="tx1"/>
            </a:solidFill>
          </a:endParaRPr>
        </a:p>
      </dsp:txBody>
      <dsp:txXfrm>
        <a:off x="8061" y="9072"/>
        <a:ext cx="3034531" cy="1820718"/>
      </dsp:txXfrm>
    </dsp:sp>
    <dsp:sp modelId="{C781FE29-42DA-6E4E-B1D6-4D99ED4D507A}">
      <dsp:nvSpPr>
        <dsp:cNvPr id="0" name=""/>
        <dsp:cNvSpPr/>
      </dsp:nvSpPr>
      <dsp:spPr>
        <a:xfrm>
          <a:off x="6773265" y="873711"/>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7089488" y="915941"/>
        <a:ext cx="34897" cy="6979"/>
      </dsp:txXfrm>
    </dsp:sp>
    <dsp:sp modelId="{D9C2B107-FB1D-A343-97A2-C04560A8715F}">
      <dsp:nvSpPr>
        <dsp:cNvPr id="0" name=""/>
        <dsp:cNvSpPr/>
      </dsp:nvSpPr>
      <dsp:spPr>
        <a:xfrm>
          <a:off x="3740534" y="9072"/>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Selección de los productos relacionados con la pandemia </a:t>
          </a:r>
          <a:endParaRPr lang="en-US" sz="2100" kern="1200" dirty="0">
            <a:solidFill>
              <a:schemeClr val="tx1"/>
            </a:solidFill>
          </a:endParaRPr>
        </a:p>
      </dsp:txBody>
      <dsp:txXfrm>
        <a:off x="3740534" y="9072"/>
        <a:ext cx="3034531" cy="1820718"/>
      </dsp:txXfrm>
    </dsp:sp>
    <dsp:sp modelId="{5DECD08D-66D2-F249-8EF5-A627401AFA7A}">
      <dsp:nvSpPr>
        <dsp:cNvPr id="0" name=""/>
        <dsp:cNvSpPr/>
      </dsp:nvSpPr>
      <dsp:spPr>
        <a:xfrm>
          <a:off x="1525326" y="1827990"/>
          <a:ext cx="7464946" cy="667342"/>
        </a:xfrm>
        <a:custGeom>
          <a:avLst/>
          <a:gdLst/>
          <a:ahLst/>
          <a:cxnLst/>
          <a:rect l="0" t="0" r="0" b="0"/>
          <a:pathLst>
            <a:path>
              <a:moveTo>
                <a:pt x="7464946" y="0"/>
              </a:moveTo>
              <a:lnTo>
                <a:pt x="7464946" y="350771"/>
              </a:lnTo>
              <a:lnTo>
                <a:pt x="0" y="350771"/>
              </a:lnTo>
              <a:lnTo>
                <a:pt x="0" y="667342"/>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5070362" y="2158172"/>
        <a:ext cx="374875" cy="6979"/>
      </dsp:txXfrm>
    </dsp:sp>
    <dsp:sp modelId="{9C0C7F70-3629-2E41-9906-B37DE060AFDC}">
      <dsp:nvSpPr>
        <dsp:cNvPr id="0" name=""/>
        <dsp:cNvSpPr/>
      </dsp:nvSpPr>
      <dsp:spPr>
        <a:xfrm>
          <a:off x="7473007" y="9072"/>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Simulación de una nueva pandemia con modelos de ecuaciones diferenciales</a:t>
          </a:r>
          <a:endParaRPr lang="en-US" sz="2100" kern="1200" dirty="0">
            <a:solidFill>
              <a:schemeClr val="tx1"/>
            </a:solidFill>
          </a:endParaRPr>
        </a:p>
      </dsp:txBody>
      <dsp:txXfrm>
        <a:off x="7473007" y="9072"/>
        <a:ext cx="3034531" cy="1820718"/>
      </dsp:txXfrm>
    </dsp:sp>
    <dsp:sp modelId="{C124F918-7B2A-A94B-A1C8-82DC5F655048}">
      <dsp:nvSpPr>
        <dsp:cNvPr id="0" name=""/>
        <dsp:cNvSpPr/>
      </dsp:nvSpPr>
      <dsp:spPr>
        <a:xfrm>
          <a:off x="3040792" y="3392372"/>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3357014" y="3434602"/>
        <a:ext cx="34897" cy="6979"/>
      </dsp:txXfrm>
    </dsp:sp>
    <dsp:sp modelId="{0DCC0A00-AFE8-7447-A14B-3C67EA8FF3C0}">
      <dsp:nvSpPr>
        <dsp:cNvPr id="0" name=""/>
        <dsp:cNvSpPr/>
      </dsp:nvSpPr>
      <dsp:spPr>
        <a:xfrm>
          <a:off x="8061" y="2527733"/>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a:solidFill>
                <a:schemeClr val="tx1"/>
              </a:solidFill>
            </a:rPr>
            <a:t>Encontrar el modelo predictivo idóneo</a:t>
          </a:r>
          <a:endParaRPr lang="en-US" sz="2100" kern="1200">
            <a:solidFill>
              <a:schemeClr val="tx1"/>
            </a:solidFill>
          </a:endParaRPr>
        </a:p>
      </dsp:txBody>
      <dsp:txXfrm>
        <a:off x="8061" y="2527733"/>
        <a:ext cx="3034531" cy="1820718"/>
      </dsp:txXfrm>
    </dsp:sp>
    <dsp:sp modelId="{BE6C8083-A028-0041-BC25-BA2ACD998F46}">
      <dsp:nvSpPr>
        <dsp:cNvPr id="0" name=""/>
        <dsp:cNvSpPr/>
      </dsp:nvSpPr>
      <dsp:spPr>
        <a:xfrm>
          <a:off x="6773265" y="3392372"/>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7089488" y="3434602"/>
        <a:ext cx="34897" cy="6979"/>
      </dsp:txXfrm>
    </dsp:sp>
    <dsp:sp modelId="{EF7A3984-34D5-4A42-ACA9-B65E5151C4BC}">
      <dsp:nvSpPr>
        <dsp:cNvPr id="0" name=""/>
        <dsp:cNvSpPr/>
      </dsp:nvSpPr>
      <dsp:spPr>
        <a:xfrm>
          <a:off x="3740534" y="2527733"/>
          <a:ext cx="3034531" cy="1820718"/>
        </a:xfrm>
        <a:prstGeom prst="rect">
          <a:avLst/>
        </a:prstGeom>
        <a:solidFill>
          <a:schemeClr val="accent6">
            <a:lumMod val="75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Aplicar el modelo entrenado a los nuevos datos de casos generados</a:t>
          </a:r>
          <a:endParaRPr lang="en-US" sz="2100" kern="1200" dirty="0">
            <a:solidFill>
              <a:schemeClr val="tx1"/>
            </a:solidFill>
          </a:endParaRPr>
        </a:p>
      </dsp:txBody>
      <dsp:txXfrm>
        <a:off x="3740534" y="2527733"/>
        <a:ext cx="3034531" cy="1820718"/>
      </dsp:txXfrm>
    </dsp:sp>
    <dsp:sp modelId="{8BB73857-7A3A-E74E-AC36-3FBD77BC57CB}">
      <dsp:nvSpPr>
        <dsp:cNvPr id="0" name=""/>
        <dsp:cNvSpPr/>
      </dsp:nvSpPr>
      <dsp:spPr>
        <a:xfrm>
          <a:off x="7473007" y="2527733"/>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Extraer conclusiones de los resultados de las predicciones</a:t>
          </a:r>
          <a:endParaRPr lang="en-US" sz="2100" kern="1200" dirty="0">
            <a:solidFill>
              <a:schemeClr val="tx1"/>
            </a:solidFill>
          </a:endParaRPr>
        </a:p>
      </dsp:txBody>
      <dsp:txXfrm>
        <a:off x="7473007" y="2527733"/>
        <a:ext cx="3034531" cy="182071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304C9C-7882-184F-9F54-DC5532CEEEBF}">
      <dsp:nvSpPr>
        <dsp:cNvPr id="0" name=""/>
        <dsp:cNvSpPr/>
      </dsp:nvSpPr>
      <dsp:spPr>
        <a:xfrm>
          <a:off x="3040792" y="873711"/>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3357014" y="915941"/>
        <a:ext cx="34897" cy="6979"/>
      </dsp:txXfrm>
    </dsp:sp>
    <dsp:sp modelId="{F84B7032-E4BE-4744-B7D2-BD6F1029A950}">
      <dsp:nvSpPr>
        <dsp:cNvPr id="0" name=""/>
        <dsp:cNvSpPr/>
      </dsp:nvSpPr>
      <dsp:spPr>
        <a:xfrm>
          <a:off x="8061" y="9072"/>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Recopilación de datos históricos</a:t>
          </a:r>
          <a:endParaRPr lang="en-US" sz="2100" kern="1200" dirty="0">
            <a:solidFill>
              <a:schemeClr val="tx1"/>
            </a:solidFill>
          </a:endParaRPr>
        </a:p>
      </dsp:txBody>
      <dsp:txXfrm>
        <a:off x="8061" y="9072"/>
        <a:ext cx="3034531" cy="1820718"/>
      </dsp:txXfrm>
    </dsp:sp>
    <dsp:sp modelId="{C781FE29-42DA-6E4E-B1D6-4D99ED4D507A}">
      <dsp:nvSpPr>
        <dsp:cNvPr id="0" name=""/>
        <dsp:cNvSpPr/>
      </dsp:nvSpPr>
      <dsp:spPr>
        <a:xfrm>
          <a:off x="6773265" y="873711"/>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7089488" y="915941"/>
        <a:ext cx="34897" cy="6979"/>
      </dsp:txXfrm>
    </dsp:sp>
    <dsp:sp modelId="{D9C2B107-FB1D-A343-97A2-C04560A8715F}">
      <dsp:nvSpPr>
        <dsp:cNvPr id="0" name=""/>
        <dsp:cNvSpPr/>
      </dsp:nvSpPr>
      <dsp:spPr>
        <a:xfrm>
          <a:off x="3740534" y="9072"/>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Selección de los productos relacionados con la pandemia </a:t>
          </a:r>
          <a:endParaRPr lang="en-US" sz="2100" kern="1200" dirty="0">
            <a:solidFill>
              <a:schemeClr val="tx1"/>
            </a:solidFill>
          </a:endParaRPr>
        </a:p>
      </dsp:txBody>
      <dsp:txXfrm>
        <a:off x="3740534" y="9072"/>
        <a:ext cx="3034531" cy="1820718"/>
      </dsp:txXfrm>
    </dsp:sp>
    <dsp:sp modelId="{5DECD08D-66D2-F249-8EF5-A627401AFA7A}">
      <dsp:nvSpPr>
        <dsp:cNvPr id="0" name=""/>
        <dsp:cNvSpPr/>
      </dsp:nvSpPr>
      <dsp:spPr>
        <a:xfrm>
          <a:off x="1525326" y="1827990"/>
          <a:ext cx="7464946" cy="667342"/>
        </a:xfrm>
        <a:custGeom>
          <a:avLst/>
          <a:gdLst/>
          <a:ahLst/>
          <a:cxnLst/>
          <a:rect l="0" t="0" r="0" b="0"/>
          <a:pathLst>
            <a:path>
              <a:moveTo>
                <a:pt x="7464946" y="0"/>
              </a:moveTo>
              <a:lnTo>
                <a:pt x="7464946" y="350771"/>
              </a:lnTo>
              <a:lnTo>
                <a:pt x="0" y="350771"/>
              </a:lnTo>
              <a:lnTo>
                <a:pt x="0" y="667342"/>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5070362" y="2158172"/>
        <a:ext cx="374875" cy="6979"/>
      </dsp:txXfrm>
    </dsp:sp>
    <dsp:sp modelId="{9C0C7F70-3629-2E41-9906-B37DE060AFDC}">
      <dsp:nvSpPr>
        <dsp:cNvPr id="0" name=""/>
        <dsp:cNvSpPr/>
      </dsp:nvSpPr>
      <dsp:spPr>
        <a:xfrm>
          <a:off x="7473007" y="9072"/>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Simulación de una nueva pandemia con modelos de ecuaciones diferenciales</a:t>
          </a:r>
          <a:endParaRPr lang="en-US" sz="2100" kern="1200" dirty="0">
            <a:solidFill>
              <a:schemeClr val="tx1"/>
            </a:solidFill>
          </a:endParaRPr>
        </a:p>
      </dsp:txBody>
      <dsp:txXfrm>
        <a:off x="7473007" y="9072"/>
        <a:ext cx="3034531" cy="1820718"/>
      </dsp:txXfrm>
    </dsp:sp>
    <dsp:sp modelId="{C124F918-7B2A-A94B-A1C8-82DC5F655048}">
      <dsp:nvSpPr>
        <dsp:cNvPr id="0" name=""/>
        <dsp:cNvSpPr/>
      </dsp:nvSpPr>
      <dsp:spPr>
        <a:xfrm>
          <a:off x="3040792" y="3392372"/>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3357014" y="3434602"/>
        <a:ext cx="34897" cy="6979"/>
      </dsp:txXfrm>
    </dsp:sp>
    <dsp:sp modelId="{0DCC0A00-AFE8-7447-A14B-3C67EA8FF3C0}">
      <dsp:nvSpPr>
        <dsp:cNvPr id="0" name=""/>
        <dsp:cNvSpPr/>
      </dsp:nvSpPr>
      <dsp:spPr>
        <a:xfrm>
          <a:off x="8061" y="2527733"/>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a:solidFill>
                <a:schemeClr val="tx1"/>
              </a:solidFill>
            </a:rPr>
            <a:t>Encontrar el modelo predictivo idóneo</a:t>
          </a:r>
          <a:endParaRPr lang="en-US" sz="2100" kern="1200">
            <a:solidFill>
              <a:schemeClr val="tx1"/>
            </a:solidFill>
          </a:endParaRPr>
        </a:p>
      </dsp:txBody>
      <dsp:txXfrm>
        <a:off x="8061" y="2527733"/>
        <a:ext cx="3034531" cy="1820718"/>
      </dsp:txXfrm>
    </dsp:sp>
    <dsp:sp modelId="{BE6C8083-A028-0041-BC25-BA2ACD998F46}">
      <dsp:nvSpPr>
        <dsp:cNvPr id="0" name=""/>
        <dsp:cNvSpPr/>
      </dsp:nvSpPr>
      <dsp:spPr>
        <a:xfrm>
          <a:off x="6773265" y="3392372"/>
          <a:ext cx="667342" cy="91440"/>
        </a:xfrm>
        <a:custGeom>
          <a:avLst/>
          <a:gdLst/>
          <a:ahLst/>
          <a:cxnLst/>
          <a:rect l="0" t="0" r="0" b="0"/>
          <a:pathLst>
            <a:path>
              <a:moveTo>
                <a:pt x="0" y="45720"/>
              </a:moveTo>
              <a:lnTo>
                <a:pt x="667342"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7089488" y="3434602"/>
        <a:ext cx="34897" cy="6979"/>
      </dsp:txXfrm>
    </dsp:sp>
    <dsp:sp modelId="{EF7A3984-34D5-4A42-ACA9-B65E5151C4BC}">
      <dsp:nvSpPr>
        <dsp:cNvPr id="0" name=""/>
        <dsp:cNvSpPr/>
      </dsp:nvSpPr>
      <dsp:spPr>
        <a:xfrm>
          <a:off x="3740534" y="2527733"/>
          <a:ext cx="3034531" cy="1820718"/>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Aplicar el modelo entrenado a los nuevos datos de casos generados</a:t>
          </a:r>
          <a:endParaRPr lang="en-US" sz="2100" kern="1200" dirty="0">
            <a:solidFill>
              <a:schemeClr val="tx1"/>
            </a:solidFill>
          </a:endParaRPr>
        </a:p>
      </dsp:txBody>
      <dsp:txXfrm>
        <a:off x="3740534" y="2527733"/>
        <a:ext cx="3034531" cy="1820718"/>
      </dsp:txXfrm>
    </dsp:sp>
    <dsp:sp modelId="{8BB73857-7A3A-E74E-AC36-3FBD77BC57CB}">
      <dsp:nvSpPr>
        <dsp:cNvPr id="0" name=""/>
        <dsp:cNvSpPr/>
      </dsp:nvSpPr>
      <dsp:spPr>
        <a:xfrm>
          <a:off x="7473007" y="2527733"/>
          <a:ext cx="3034531" cy="1820718"/>
        </a:xfrm>
        <a:prstGeom prst="rect">
          <a:avLst/>
        </a:prstGeom>
        <a:solidFill>
          <a:schemeClr val="accent6">
            <a:lumMod val="75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s-ES" sz="2100" kern="1200" dirty="0">
              <a:solidFill>
                <a:schemeClr val="tx1"/>
              </a:solidFill>
            </a:rPr>
            <a:t>Extraer conclusiones de los resultados de las predicciones</a:t>
          </a:r>
          <a:endParaRPr lang="en-US" sz="2100" kern="1200" dirty="0">
            <a:solidFill>
              <a:schemeClr val="tx1"/>
            </a:solidFill>
          </a:endParaRPr>
        </a:p>
      </dsp:txBody>
      <dsp:txXfrm>
        <a:off x="7473007" y="2527733"/>
        <a:ext cx="3034531" cy="182071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BD5C08-A911-421C-A6A8-38FF7C9312DA}">
      <dsp:nvSpPr>
        <dsp:cNvPr id="0" name=""/>
        <dsp:cNvSpPr/>
      </dsp:nvSpPr>
      <dsp:spPr>
        <a:xfrm>
          <a:off x="0" y="2886"/>
          <a:ext cx="10168127" cy="614733"/>
        </a:xfrm>
        <a:prstGeom prst="roundRect">
          <a:avLst>
            <a:gd name="adj" fmla="val 10000"/>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B49565-04F1-43D3-8534-30EA795C186C}">
      <dsp:nvSpPr>
        <dsp:cNvPr id="0" name=""/>
        <dsp:cNvSpPr/>
      </dsp:nvSpPr>
      <dsp:spPr>
        <a:xfrm>
          <a:off x="185957" y="141201"/>
          <a:ext cx="338103" cy="3381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C4DF9A79-EAD4-4644-B625-23D40A90FF9D}">
      <dsp:nvSpPr>
        <dsp:cNvPr id="0" name=""/>
        <dsp:cNvSpPr/>
      </dsp:nvSpPr>
      <dsp:spPr>
        <a:xfrm>
          <a:off x="710017" y="2886"/>
          <a:ext cx="9458110" cy="6147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059" tIns="65059" rIns="65059" bIns="65059" numCol="1" spcCol="1270" anchor="ctr" anchorCtr="0">
          <a:noAutofit/>
        </a:bodyPr>
        <a:lstStyle/>
        <a:p>
          <a:pPr marL="0" lvl="0" indent="0" algn="l" defTabSz="666750">
            <a:lnSpc>
              <a:spcPct val="100000"/>
            </a:lnSpc>
            <a:spcBef>
              <a:spcPct val="0"/>
            </a:spcBef>
            <a:spcAft>
              <a:spcPct val="35000"/>
            </a:spcAft>
            <a:buNone/>
          </a:pPr>
          <a:r>
            <a:rPr lang="es-ES" sz="1500" kern="1200" dirty="0"/>
            <a:t>El principal fin ético es garantizar la salud de las personas.</a:t>
          </a:r>
          <a:endParaRPr lang="en-US" sz="1500" kern="1200" dirty="0"/>
        </a:p>
      </dsp:txBody>
      <dsp:txXfrm>
        <a:off x="710017" y="2886"/>
        <a:ext cx="9458110" cy="614733"/>
      </dsp:txXfrm>
    </dsp:sp>
    <dsp:sp modelId="{3421610E-1CC6-4DC5-B08D-455585788BEC}">
      <dsp:nvSpPr>
        <dsp:cNvPr id="0" name=""/>
        <dsp:cNvSpPr/>
      </dsp:nvSpPr>
      <dsp:spPr>
        <a:xfrm>
          <a:off x="0" y="771303"/>
          <a:ext cx="10168127" cy="614733"/>
        </a:xfrm>
        <a:prstGeom prst="roundRect">
          <a:avLst>
            <a:gd name="adj" fmla="val 10000"/>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C971E2-3E17-4F7C-836A-CDA1BF4B2805}">
      <dsp:nvSpPr>
        <dsp:cNvPr id="0" name=""/>
        <dsp:cNvSpPr/>
      </dsp:nvSpPr>
      <dsp:spPr>
        <a:xfrm>
          <a:off x="185957" y="909618"/>
          <a:ext cx="338103" cy="3381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E8FE8488-8447-465B-92E6-4B699E5B54FD}">
      <dsp:nvSpPr>
        <dsp:cNvPr id="0" name=""/>
        <dsp:cNvSpPr/>
      </dsp:nvSpPr>
      <dsp:spPr>
        <a:xfrm>
          <a:off x="710017" y="771303"/>
          <a:ext cx="9458110" cy="6147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059" tIns="65059" rIns="65059" bIns="65059" numCol="1" spcCol="1270" anchor="ctr" anchorCtr="0">
          <a:noAutofit/>
        </a:bodyPr>
        <a:lstStyle/>
        <a:p>
          <a:pPr marL="0" lvl="0" indent="0" algn="l" defTabSz="666750">
            <a:lnSpc>
              <a:spcPct val="100000"/>
            </a:lnSpc>
            <a:spcBef>
              <a:spcPct val="0"/>
            </a:spcBef>
            <a:spcAft>
              <a:spcPct val="35000"/>
            </a:spcAft>
            <a:buNone/>
          </a:pPr>
          <a:r>
            <a:rPr lang="es-ES" sz="1500" kern="1200"/>
            <a:t>Para alinearse con la normativa de privacidad de datos personales, la base de datos utiliza fue previamente despersonalizada.</a:t>
          </a:r>
          <a:endParaRPr lang="en-US" sz="1500" kern="1200"/>
        </a:p>
      </dsp:txBody>
      <dsp:txXfrm>
        <a:off x="710017" y="771303"/>
        <a:ext cx="9458110" cy="614733"/>
      </dsp:txXfrm>
    </dsp:sp>
    <dsp:sp modelId="{CE97AF06-5EE8-415A-91CB-BF243BC29BE3}">
      <dsp:nvSpPr>
        <dsp:cNvPr id="0" name=""/>
        <dsp:cNvSpPr/>
      </dsp:nvSpPr>
      <dsp:spPr>
        <a:xfrm>
          <a:off x="0" y="1539721"/>
          <a:ext cx="10168127" cy="614733"/>
        </a:xfrm>
        <a:prstGeom prst="roundRect">
          <a:avLst>
            <a:gd name="adj" fmla="val 10000"/>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23E00D-9E0F-4EAC-A3B4-6F657A6AC901}">
      <dsp:nvSpPr>
        <dsp:cNvPr id="0" name=""/>
        <dsp:cNvSpPr/>
      </dsp:nvSpPr>
      <dsp:spPr>
        <a:xfrm>
          <a:off x="185957" y="1678036"/>
          <a:ext cx="338103" cy="33810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9EFB77BD-3D5D-4572-8000-41219C42B3BA}">
      <dsp:nvSpPr>
        <dsp:cNvPr id="0" name=""/>
        <dsp:cNvSpPr/>
      </dsp:nvSpPr>
      <dsp:spPr>
        <a:xfrm>
          <a:off x="710017" y="1539721"/>
          <a:ext cx="9458110" cy="6147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059" tIns="65059" rIns="65059" bIns="65059" numCol="1" spcCol="1270" anchor="ctr" anchorCtr="0">
          <a:noAutofit/>
        </a:bodyPr>
        <a:lstStyle/>
        <a:p>
          <a:pPr marL="0" lvl="0" indent="0" algn="l" defTabSz="666750">
            <a:lnSpc>
              <a:spcPct val="100000"/>
            </a:lnSpc>
            <a:spcBef>
              <a:spcPct val="0"/>
            </a:spcBef>
            <a:spcAft>
              <a:spcPct val="35000"/>
            </a:spcAft>
            <a:buNone/>
          </a:pPr>
          <a:r>
            <a:rPr lang="es-ES" sz="1500" kern="1200"/>
            <a:t>Un primer estudio de riesgos ayudó a la prevención de riesgos tanto éticos como técnicos.</a:t>
          </a:r>
          <a:endParaRPr lang="en-US" sz="1500" kern="1200"/>
        </a:p>
      </dsp:txBody>
      <dsp:txXfrm>
        <a:off x="710017" y="1539721"/>
        <a:ext cx="9458110" cy="614733"/>
      </dsp:txXfrm>
    </dsp:sp>
    <dsp:sp modelId="{7B8A6B47-E857-440D-A8A3-3BF910EDF58A}">
      <dsp:nvSpPr>
        <dsp:cNvPr id="0" name=""/>
        <dsp:cNvSpPr/>
      </dsp:nvSpPr>
      <dsp:spPr>
        <a:xfrm>
          <a:off x="0" y="2308138"/>
          <a:ext cx="10168127" cy="614733"/>
        </a:xfrm>
        <a:prstGeom prst="roundRect">
          <a:avLst>
            <a:gd name="adj" fmla="val 10000"/>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C31EEC-8DE6-4CF1-9F91-0D16BDB7D4F8}">
      <dsp:nvSpPr>
        <dsp:cNvPr id="0" name=""/>
        <dsp:cNvSpPr/>
      </dsp:nvSpPr>
      <dsp:spPr>
        <a:xfrm>
          <a:off x="185957" y="2446453"/>
          <a:ext cx="338103" cy="33810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18F746A9-EC58-4327-9F8E-808127C7FAC5}">
      <dsp:nvSpPr>
        <dsp:cNvPr id="0" name=""/>
        <dsp:cNvSpPr/>
      </dsp:nvSpPr>
      <dsp:spPr>
        <a:xfrm>
          <a:off x="710017" y="2308138"/>
          <a:ext cx="9458110" cy="6147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059" tIns="65059" rIns="65059" bIns="65059" numCol="1" spcCol="1270" anchor="ctr" anchorCtr="0">
          <a:noAutofit/>
        </a:bodyPr>
        <a:lstStyle/>
        <a:p>
          <a:pPr marL="0" lvl="0" indent="0" algn="l" defTabSz="666750">
            <a:lnSpc>
              <a:spcPct val="100000"/>
            </a:lnSpc>
            <a:spcBef>
              <a:spcPct val="0"/>
            </a:spcBef>
            <a:spcAft>
              <a:spcPct val="35000"/>
            </a:spcAft>
            <a:buNone/>
          </a:pPr>
          <a:r>
            <a:rPr lang="es-ES" sz="1500" kern="1200" dirty="0"/>
            <a:t>Impacto económico: La mejora del stock reduce los costes de almacenamiento y beneficia en las ventas realizadas.</a:t>
          </a:r>
          <a:endParaRPr lang="en-US" sz="1500" kern="1200" dirty="0"/>
        </a:p>
      </dsp:txBody>
      <dsp:txXfrm>
        <a:off x="710017" y="2308138"/>
        <a:ext cx="9458110" cy="614733"/>
      </dsp:txXfrm>
    </dsp:sp>
    <dsp:sp modelId="{645603C6-6F61-458C-BB00-FB701B9F77BA}">
      <dsp:nvSpPr>
        <dsp:cNvPr id="0" name=""/>
        <dsp:cNvSpPr/>
      </dsp:nvSpPr>
      <dsp:spPr>
        <a:xfrm>
          <a:off x="0" y="3076555"/>
          <a:ext cx="10168127" cy="614733"/>
        </a:xfrm>
        <a:prstGeom prst="roundRect">
          <a:avLst>
            <a:gd name="adj" fmla="val 10000"/>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1C6BCC-F2DF-4D29-83B3-F85AD32097DC}">
      <dsp:nvSpPr>
        <dsp:cNvPr id="0" name=""/>
        <dsp:cNvSpPr/>
      </dsp:nvSpPr>
      <dsp:spPr>
        <a:xfrm>
          <a:off x="185957" y="3214871"/>
          <a:ext cx="338103" cy="33810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D97A86CE-EB43-45FE-91B5-B428B1D5CF21}">
      <dsp:nvSpPr>
        <dsp:cNvPr id="0" name=""/>
        <dsp:cNvSpPr/>
      </dsp:nvSpPr>
      <dsp:spPr>
        <a:xfrm>
          <a:off x="710017" y="3076555"/>
          <a:ext cx="9458110" cy="6147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059" tIns="65059" rIns="65059" bIns="65059" numCol="1" spcCol="1270" anchor="ctr" anchorCtr="0">
          <a:noAutofit/>
        </a:bodyPr>
        <a:lstStyle/>
        <a:p>
          <a:pPr marL="0" lvl="0" indent="0" algn="l" defTabSz="666750">
            <a:lnSpc>
              <a:spcPct val="100000"/>
            </a:lnSpc>
            <a:spcBef>
              <a:spcPct val="0"/>
            </a:spcBef>
            <a:spcAft>
              <a:spcPct val="35000"/>
            </a:spcAft>
            <a:buNone/>
          </a:pPr>
          <a:r>
            <a:rPr lang="es-ES" sz="1500" kern="1200" dirty="0"/>
            <a:t>Impacto medioambiental: Se reducen los medicamentos caducados y la emisión de gases de invernadero relacionados con la producción y el transporte de los productos</a:t>
          </a:r>
          <a:endParaRPr lang="en-US" sz="1500" kern="1200" dirty="0"/>
        </a:p>
      </dsp:txBody>
      <dsp:txXfrm>
        <a:off x="710017" y="3076555"/>
        <a:ext cx="9458110" cy="61473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EA0128-A8B5-6E44-A603-EA53D61923AD}" type="datetimeFigureOut">
              <a:rPr lang="es-ES" smtClean="0"/>
              <a:t>18/7/24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F78732-A676-F04B-9557-F88B816E41CC}" type="slidenum">
              <a:rPr lang="es-ES" smtClean="0"/>
              <a:t>‹Nº›</a:t>
            </a:fld>
            <a:endParaRPr lang="es-ES"/>
          </a:p>
        </p:txBody>
      </p:sp>
    </p:spTree>
    <p:extLst>
      <p:ext uri="{BB962C8B-B14F-4D97-AF65-F5344CB8AC3E}">
        <p14:creationId xmlns:p14="http://schemas.microsoft.com/office/powerpoint/2010/main" val="865750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75F78732-A676-F04B-9557-F88B816E41CC}" type="slidenum">
              <a:rPr lang="es-ES" smtClean="0"/>
              <a:t>13</a:t>
            </a:fld>
            <a:endParaRPr lang="es-ES"/>
          </a:p>
        </p:txBody>
      </p:sp>
    </p:spTree>
    <p:extLst>
      <p:ext uri="{BB962C8B-B14F-4D97-AF65-F5344CB8AC3E}">
        <p14:creationId xmlns:p14="http://schemas.microsoft.com/office/powerpoint/2010/main" val="2774024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75F78732-A676-F04B-9557-F88B816E41CC}" type="slidenum">
              <a:rPr lang="es-ES" smtClean="0"/>
              <a:t>14</a:t>
            </a:fld>
            <a:endParaRPr lang="es-ES"/>
          </a:p>
        </p:txBody>
      </p:sp>
    </p:spTree>
    <p:extLst>
      <p:ext uri="{BB962C8B-B14F-4D97-AF65-F5344CB8AC3E}">
        <p14:creationId xmlns:p14="http://schemas.microsoft.com/office/powerpoint/2010/main" val="3828396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7/18/24</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‹Nº›</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6628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7/18/24</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1420870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7/18/24</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1203149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7/18/24</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225614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7/18/24</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223547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7/18/24</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2194739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7/18/24</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827594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7/18/24</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513959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7/18/24</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1771414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7/18/24</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795014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7/18/24</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596700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7/18/24</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‹Nº›</a:t>
            </a:fld>
            <a:endParaRPr lang="en-US"/>
          </a:p>
        </p:txBody>
      </p:sp>
    </p:spTree>
    <p:extLst>
      <p:ext uri="{BB962C8B-B14F-4D97-AF65-F5344CB8AC3E}">
        <p14:creationId xmlns:p14="http://schemas.microsoft.com/office/powerpoint/2010/main" val="4069509775"/>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74" r:id="rId6"/>
    <p:sldLayoutId id="2147483769" r:id="rId7"/>
    <p:sldLayoutId id="2147483770" r:id="rId8"/>
    <p:sldLayoutId id="2147483771" r:id="rId9"/>
    <p:sldLayoutId id="2147483773" r:id="rId10"/>
    <p:sldLayoutId id="2147483772" r:id="rId11"/>
  </p:sldLayoutIdLst>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2.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2.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2.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2.wdp"/></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2.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2.pn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28">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descr="Imagen que contiene persona, hombre, vistiendo, mujer&#10;&#10;Descripción generada automáticamente">
            <a:extLst>
              <a:ext uri="{FF2B5EF4-FFF2-40B4-BE49-F238E27FC236}">
                <a16:creationId xmlns:a16="http://schemas.microsoft.com/office/drawing/2014/main" id="{D8194749-78B3-1085-6474-CDD2DFC6FFAF}"/>
              </a:ext>
            </a:extLst>
          </p:cNvPr>
          <p:cNvPicPr>
            <a:picLocks noChangeAspect="1"/>
          </p:cNvPicPr>
          <p:nvPr/>
        </p:nvPicPr>
        <p:blipFill rotWithShape="1">
          <a:blip r:embed="rId2"/>
          <a:srcRect r="6666"/>
          <a:stretch/>
        </p:blipFill>
        <p:spPr>
          <a:xfrm>
            <a:off x="20" y="10"/>
            <a:ext cx="12191981" cy="6857990"/>
          </a:xfrm>
          <a:prstGeom prst="rect">
            <a:avLst/>
          </a:prstGeom>
        </p:spPr>
      </p:pic>
      <p:sp>
        <p:nvSpPr>
          <p:cNvPr id="40" name="Rectangle 30">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8" y="-1534136"/>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42B08AD2-1E29-84CB-E2E9-C5E0656E5F10}"/>
              </a:ext>
            </a:extLst>
          </p:cNvPr>
          <p:cNvSpPr>
            <a:spLocks noGrp="1"/>
          </p:cNvSpPr>
          <p:nvPr>
            <p:ph type="ctrTitle"/>
          </p:nvPr>
        </p:nvSpPr>
        <p:spPr>
          <a:xfrm>
            <a:off x="404553" y="3091928"/>
            <a:ext cx="9078562" cy="2387600"/>
          </a:xfrm>
        </p:spPr>
        <p:txBody>
          <a:bodyPr>
            <a:normAutofit/>
          </a:bodyPr>
          <a:lstStyle/>
          <a:p>
            <a:r>
              <a:rPr lang="es-ES" sz="3600" dirty="0">
                <a:solidFill>
                  <a:schemeClr val="bg1"/>
                </a:solidFill>
              </a:rPr>
              <a:t>INTEGRACIÓN DE MODELOS SIRD Y</a:t>
            </a:r>
            <a:br>
              <a:rPr lang="es-ES" sz="3600" dirty="0">
                <a:solidFill>
                  <a:schemeClr val="bg1"/>
                </a:solidFill>
              </a:rPr>
            </a:br>
            <a:r>
              <a:rPr lang="es-ES" sz="3600" dirty="0">
                <a:solidFill>
                  <a:schemeClr val="bg1"/>
                </a:solidFill>
              </a:rPr>
              <a:t>PREDICCIÓN DE VENTAS PARA LA</a:t>
            </a:r>
            <a:br>
              <a:rPr lang="es-ES" sz="3600" dirty="0">
                <a:solidFill>
                  <a:schemeClr val="bg1"/>
                </a:solidFill>
              </a:rPr>
            </a:br>
            <a:r>
              <a:rPr lang="es-ES" sz="3600" dirty="0">
                <a:solidFill>
                  <a:schemeClr val="bg1"/>
                </a:solidFill>
              </a:rPr>
              <a:t>GESTIÓN DE SUMINISTROS EN</a:t>
            </a:r>
            <a:br>
              <a:rPr lang="es-ES" sz="3600" dirty="0">
                <a:solidFill>
                  <a:schemeClr val="bg1"/>
                </a:solidFill>
              </a:rPr>
            </a:br>
            <a:r>
              <a:rPr lang="es-ES" sz="3600" dirty="0">
                <a:solidFill>
                  <a:schemeClr val="bg1"/>
                </a:solidFill>
              </a:rPr>
              <a:t>PANDEMIAS</a:t>
            </a:r>
          </a:p>
        </p:txBody>
      </p:sp>
      <p:sp>
        <p:nvSpPr>
          <p:cNvPr id="41" name="Rectangle: Rounded Corners 32">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ítulo 2">
            <a:extLst>
              <a:ext uri="{FF2B5EF4-FFF2-40B4-BE49-F238E27FC236}">
                <a16:creationId xmlns:a16="http://schemas.microsoft.com/office/drawing/2014/main" id="{93D30440-A27B-3E38-4701-CF8DA2ABAEC7}"/>
              </a:ext>
            </a:extLst>
          </p:cNvPr>
          <p:cNvSpPr>
            <a:spLocks noGrp="1"/>
          </p:cNvSpPr>
          <p:nvPr>
            <p:ph type="subTitle" idx="1"/>
          </p:nvPr>
        </p:nvSpPr>
        <p:spPr>
          <a:xfrm>
            <a:off x="404553" y="5624945"/>
            <a:ext cx="9078562" cy="592975"/>
          </a:xfrm>
        </p:spPr>
        <p:txBody>
          <a:bodyPr anchor="ctr">
            <a:normAutofit/>
          </a:bodyPr>
          <a:lstStyle/>
          <a:p>
            <a:pPr>
              <a:lnSpc>
                <a:spcPct val="100000"/>
              </a:lnSpc>
            </a:pPr>
            <a:r>
              <a:rPr lang="es-ES" sz="1100" dirty="0">
                <a:solidFill>
                  <a:schemeClr val="bg1"/>
                </a:solidFill>
              </a:rPr>
              <a:t>ANA FARRÉ MATEMALAS</a:t>
            </a:r>
          </a:p>
          <a:p>
            <a:pPr>
              <a:lnSpc>
                <a:spcPct val="100000"/>
              </a:lnSpc>
            </a:pPr>
            <a:r>
              <a:rPr lang="es-ES" sz="1100" dirty="0">
                <a:solidFill>
                  <a:schemeClr val="bg1"/>
                </a:solidFill>
              </a:rPr>
              <a:t>TUTOR: CARLOS EMILIO RABAZO </a:t>
            </a:r>
          </a:p>
        </p:txBody>
      </p:sp>
      <p:pic>
        <p:nvPicPr>
          <p:cNvPr id="7" name="Imagen 6" descr="Logotipo&#10;&#10;Descripción generada automáticamente">
            <a:extLst>
              <a:ext uri="{FF2B5EF4-FFF2-40B4-BE49-F238E27FC236}">
                <a16:creationId xmlns:a16="http://schemas.microsoft.com/office/drawing/2014/main" id="{3B04984A-438F-122B-139E-05950132ED51}"/>
              </a:ext>
            </a:extLst>
          </p:cNvPr>
          <p:cNvPicPr>
            <a:picLocks noChangeAspect="1"/>
          </p:cNvPicPr>
          <p:nvPr/>
        </p:nvPicPr>
        <p:blipFill rotWithShape="1">
          <a:blip r:embed="rId3">
            <a:extLst>
              <a:ext uri="{28A0092B-C50C-407E-A947-70E740481C1C}">
                <a14:useLocalDpi xmlns:a14="http://schemas.microsoft.com/office/drawing/2010/main" val="0"/>
              </a:ext>
            </a:extLst>
          </a:blip>
          <a:srcRect t="22571" b="24874"/>
          <a:stretch/>
        </p:blipFill>
        <p:spPr>
          <a:xfrm>
            <a:off x="9906212" y="-102124"/>
            <a:ext cx="2550481" cy="947631"/>
          </a:xfrm>
          <a:prstGeom prst="rect">
            <a:avLst/>
          </a:prstGeom>
          <a:solidFill>
            <a:schemeClr val="bg1"/>
          </a:solidFill>
          <a:ln w="88900" cap="sq">
            <a:noFill/>
            <a:miter lim="800000"/>
          </a:ln>
          <a:effectLst/>
          <a:scene3d>
            <a:camera prst="orthographicFront"/>
            <a:lightRig rig="twoPt" dir="t">
              <a:rot lat="0" lon="0" rev="7200000"/>
            </a:lightRig>
          </a:scene3d>
          <a:sp3d prstMaterial="matte">
            <a:contourClr>
              <a:srgbClr val="FFFFFF"/>
            </a:contourClr>
          </a:sp3d>
        </p:spPr>
      </p:pic>
    </p:spTree>
    <p:extLst>
      <p:ext uri="{BB962C8B-B14F-4D97-AF65-F5344CB8AC3E}">
        <p14:creationId xmlns:p14="http://schemas.microsoft.com/office/powerpoint/2010/main" val="3509197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8B94B123-76E0-4ECD-3744-D5C184D921C7}"/>
              </a:ext>
            </a:extLst>
          </p:cNvPr>
          <p:cNvSpPr>
            <a:spLocks noGrp="1"/>
          </p:cNvSpPr>
          <p:nvPr>
            <p:ph type="title"/>
          </p:nvPr>
        </p:nvSpPr>
        <p:spPr>
          <a:xfrm>
            <a:off x="621792" y="1161288"/>
            <a:ext cx="3602736" cy="4526280"/>
          </a:xfrm>
        </p:spPr>
        <p:txBody>
          <a:bodyPr>
            <a:normAutofit/>
          </a:bodyPr>
          <a:lstStyle/>
          <a:p>
            <a:r>
              <a:rPr lang="es-ES" dirty="0"/>
              <a:t>ÍNDICE</a:t>
            </a:r>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A780B818-E7E2-F30F-61A3-EED34A43764D}"/>
              </a:ext>
            </a:extLst>
          </p:cNvPr>
          <p:cNvSpPr>
            <a:spLocks noGrp="1"/>
          </p:cNvSpPr>
          <p:nvPr>
            <p:ph idx="1"/>
          </p:nvPr>
        </p:nvSpPr>
        <p:spPr>
          <a:xfrm>
            <a:off x="5434149" y="932688"/>
            <a:ext cx="5916603" cy="4992624"/>
          </a:xfrm>
        </p:spPr>
        <p:txBody>
          <a:bodyPr anchor="ctr">
            <a:normAutofit/>
          </a:bodyPr>
          <a:lstStyle/>
          <a:p>
            <a:r>
              <a:rPr lang="es-ES" sz="2000" dirty="0"/>
              <a:t>¿Qué problema se ha querido abordar?</a:t>
            </a:r>
          </a:p>
          <a:p>
            <a:r>
              <a:rPr lang="es-ES" sz="2000" dirty="0"/>
              <a:t>Objetivo del proyecto</a:t>
            </a:r>
          </a:p>
          <a:p>
            <a:r>
              <a:rPr lang="es-ES" sz="2000" dirty="0"/>
              <a:t>Metodología seguida</a:t>
            </a:r>
          </a:p>
          <a:p>
            <a:r>
              <a:rPr lang="es-ES" sz="2000" dirty="0"/>
              <a:t>Desarrollo de la solución</a:t>
            </a:r>
          </a:p>
          <a:p>
            <a:r>
              <a:rPr lang="es-ES" sz="2000" dirty="0"/>
              <a:t>Interpretación de los resultados</a:t>
            </a:r>
          </a:p>
          <a:p>
            <a:r>
              <a:rPr lang="es-ES" sz="2000" dirty="0"/>
              <a:t>Conclusiones e implicaciones éticas</a:t>
            </a:r>
          </a:p>
          <a:p>
            <a:r>
              <a:rPr lang="es-ES" sz="2000" dirty="0"/>
              <a:t>Trabajo a futuro</a:t>
            </a:r>
          </a:p>
        </p:txBody>
      </p:sp>
      <p:pic>
        <p:nvPicPr>
          <p:cNvPr id="4" name="Imagen 3" descr="Logotipo&#10;&#10;Descripción generada automáticamente">
            <a:extLst>
              <a:ext uri="{FF2B5EF4-FFF2-40B4-BE49-F238E27FC236}">
                <a16:creationId xmlns:a16="http://schemas.microsoft.com/office/drawing/2014/main" id="{3A9C00F5-C800-8FB5-FE2D-70690A3DB2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4484" y="-507001"/>
            <a:ext cx="2461044" cy="1739882"/>
          </a:xfrm>
          <a:prstGeom prst="rect">
            <a:avLst/>
          </a:prstGeom>
        </p:spPr>
      </p:pic>
    </p:spTree>
    <p:extLst>
      <p:ext uri="{BB962C8B-B14F-4D97-AF65-F5344CB8AC3E}">
        <p14:creationId xmlns:p14="http://schemas.microsoft.com/office/powerpoint/2010/main" val="450246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831A9D-D1B1-A46A-F294-F67D8DB22F74}"/>
              </a:ext>
            </a:extLst>
          </p:cNvPr>
          <p:cNvSpPr>
            <a:spLocks noGrp="1"/>
          </p:cNvSpPr>
          <p:nvPr>
            <p:ph type="title"/>
          </p:nvPr>
        </p:nvSpPr>
        <p:spPr/>
        <p:txBody>
          <a:bodyPr>
            <a:normAutofit/>
          </a:bodyPr>
          <a:lstStyle/>
          <a:p>
            <a:r>
              <a:rPr lang="es-ES" dirty="0"/>
              <a:t>¿Qué problema se ha querido abordar?</a:t>
            </a:r>
          </a:p>
        </p:txBody>
      </p:sp>
      <p:pic>
        <p:nvPicPr>
          <p:cNvPr id="6" name="Imagen 5" descr="Logotipo&#10;&#10;Descripción generada automáticamente">
            <a:extLst>
              <a:ext uri="{FF2B5EF4-FFF2-40B4-BE49-F238E27FC236}">
                <a16:creationId xmlns:a16="http://schemas.microsoft.com/office/drawing/2014/main" id="{39224BE2-894A-D9C2-107A-FED50E5F7B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4484" y="-507001"/>
            <a:ext cx="2461044" cy="1739882"/>
          </a:xfrm>
          <a:prstGeom prst="rect">
            <a:avLst/>
          </a:prstGeom>
        </p:spPr>
      </p:pic>
      <p:pic>
        <p:nvPicPr>
          <p:cNvPr id="2052" name="Picture 4" descr="Pin page">
            <a:extLst>
              <a:ext uri="{FF2B5EF4-FFF2-40B4-BE49-F238E27FC236}">
                <a16:creationId xmlns:a16="http://schemas.microsoft.com/office/drawing/2014/main" id="{6992AFDE-45B6-55EA-519B-A38513F21F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8728" y="2159033"/>
            <a:ext cx="2423864" cy="1952105"/>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Conector recto 24">
            <a:extLst>
              <a:ext uri="{FF2B5EF4-FFF2-40B4-BE49-F238E27FC236}">
                <a16:creationId xmlns:a16="http://schemas.microsoft.com/office/drawing/2014/main" id="{F2B9A0D0-7A34-C3C4-5162-5B677C548CD8}"/>
              </a:ext>
            </a:extLst>
          </p:cNvPr>
          <p:cNvCxnSpPr>
            <a:cxnSpLocks/>
          </p:cNvCxnSpPr>
          <p:nvPr/>
        </p:nvCxnSpPr>
        <p:spPr>
          <a:xfrm>
            <a:off x="6490432" y="3135086"/>
            <a:ext cx="3571173" cy="0"/>
          </a:xfrm>
          <a:prstGeom prst="line">
            <a:avLst/>
          </a:prstGeom>
          <a:ln>
            <a:solidFill>
              <a:schemeClr val="accent6"/>
            </a:solidFill>
          </a:ln>
        </p:spPr>
        <p:style>
          <a:lnRef idx="3">
            <a:schemeClr val="dk1"/>
          </a:lnRef>
          <a:fillRef idx="0">
            <a:schemeClr val="dk1"/>
          </a:fillRef>
          <a:effectRef idx="2">
            <a:schemeClr val="dk1"/>
          </a:effectRef>
          <a:fontRef idx="minor">
            <a:schemeClr val="tx1"/>
          </a:fontRef>
        </p:style>
      </p:cxnSp>
      <p:cxnSp>
        <p:nvCxnSpPr>
          <p:cNvPr id="29" name="Conector recto 28">
            <a:extLst>
              <a:ext uri="{FF2B5EF4-FFF2-40B4-BE49-F238E27FC236}">
                <a16:creationId xmlns:a16="http://schemas.microsoft.com/office/drawing/2014/main" id="{26260D21-737E-FBC2-AA26-65C49079BE18}"/>
              </a:ext>
            </a:extLst>
          </p:cNvPr>
          <p:cNvCxnSpPr/>
          <p:nvPr/>
        </p:nvCxnSpPr>
        <p:spPr>
          <a:xfrm>
            <a:off x="10061606" y="2903515"/>
            <a:ext cx="0" cy="483918"/>
          </a:xfrm>
          <a:prstGeom prst="line">
            <a:avLst/>
          </a:prstGeom>
          <a:ln>
            <a:solidFill>
              <a:schemeClr val="accent6"/>
            </a:solidFill>
          </a:ln>
        </p:spPr>
        <p:style>
          <a:lnRef idx="3">
            <a:schemeClr val="dk1"/>
          </a:lnRef>
          <a:fillRef idx="0">
            <a:schemeClr val="dk1"/>
          </a:fillRef>
          <a:effectRef idx="2">
            <a:schemeClr val="dk1"/>
          </a:effectRef>
          <a:fontRef idx="minor">
            <a:schemeClr val="tx1"/>
          </a:fontRef>
        </p:style>
      </p:cxnSp>
      <p:cxnSp>
        <p:nvCxnSpPr>
          <p:cNvPr id="30" name="Conector recto 29">
            <a:extLst>
              <a:ext uri="{FF2B5EF4-FFF2-40B4-BE49-F238E27FC236}">
                <a16:creationId xmlns:a16="http://schemas.microsoft.com/office/drawing/2014/main" id="{166FA661-AD5D-9C50-C3B9-9C575DFDE199}"/>
              </a:ext>
            </a:extLst>
          </p:cNvPr>
          <p:cNvCxnSpPr/>
          <p:nvPr/>
        </p:nvCxnSpPr>
        <p:spPr>
          <a:xfrm>
            <a:off x="6490432" y="2893127"/>
            <a:ext cx="0" cy="483918"/>
          </a:xfrm>
          <a:prstGeom prst="line">
            <a:avLst/>
          </a:prstGeom>
          <a:ln>
            <a:solidFill>
              <a:schemeClr val="accent6"/>
            </a:solidFill>
          </a:ln>
        </p:spPr>
        <p:style>
          <a:lnRef idx="3">
            <a:schemeClr val="dk1"/>
          </a:lnRef>
          <a:fillRef idx="0">
            <a:schemeClr val="dk1"/>
          </a:fillRef>
          <a:effectRef idx="2">
            <a:schemeClr val="dk1"/>
          </a:effectRef>
          <a:fontRef idx="minor">
            <a:schemeClr val="tx1"/>
          </a:fontRef>
        </p:style>
      </p:cxnSp>
      <p:sp>
        <p:nvSpPr>
          <p:cNvPr id="31" name="CuadroTexto 30">
            <a:extLst>
              <a:ext uri="{FF2B5EF4-FFF2-40B4-BE49-F238E27FC236}">
                <a16:creationId xmlns:a16="http://schemas.microsoft.com/office/drawing/2014/main" id="{4B8BAF37-CB6D-D0DE-5980-57403B7AF4B8}"/>
              </a:ext>
            </a:extLst>
          </p:cNvPr>
          <p:cNvSpPr txBox="1"/>
          <p:nvPr/>
        </p:nvSpPr>
        <p:spPr>
          <a:xfrm>
            <a:off x="6131205" y="2534183"/>
            <a:ext cx="718453" cy="369332"/>
          </a:xfrm>
          <a:prstGeom prst="rect">
            <a:avLst/>
          </a:prstGeom>
          <a:noFill/>
          <a:ln>
            <a:solidFill>
              <a:schemeClr val="accent6"/>
            </a:solidFill>
          </a:ln>
        </p:spPr>
        <p:txBody>
          <a:bodyPr wrap="square" rtlCol="0">
            <a:spAutoFit/>
          </a:bodyPr>
          <a:lstStyle/>
          <a:p>
            <a:r>
              <a:rPr lang="es-ES" dirty="0"/>
              <a:t>2016</a:t>
            </a:r>
          </a:p>
        </p:txBody>
      </p:sp>
      <p:sp>
        <p:nvSpPr>
          <p:cNvPr id="32" name="CuadroTexto 31">
            <a:extLst>
              <a:ext uri="{FF2B5EF4-FFF2-40B4-BE49-F238E27FC236}">
                <a16:creationId xmlns:a16="http://schemas.microsoft.com/office/drawing/2014/main" id="{F54036C8-6E07-6B55-E288-1330AF269F49}"/>
              </a:ext>
            </a:extLst>
          </p:cNvPr>
          <p:cNvSpPr txBox="1"/>
          <p:nvPr/>
        </p:nvSpPr>
        <p:spPr>
          <a:xfrm>
            <a:off x="9356509" y="2534183"/>
            <a:ext cx="1410193" cy="369332"/>
          </a:xfrm>
          <a:prstGeom prst="rect">
            <a:avLst/>
          </a:prstGeom>
          <a:noFill/>
          <a:ln>
            <a:solidFill>
              <a:schemeClr val="accent6"/>
            </a:solidFill>
          </a:ln>
        </p:spPr>
        <p:txBody>
          <a:bodyPr wrap="square" rtlCol="0">
            <a:spAutoFit/>
          </a:bodyPr>
          <a:lstStyle/>
          <a:p>
            <a:r>
              <a:rPr lang="es-ES" dirty="0"/>
              <a:t>Actualidad</a:t>
            </a:r>
          </a:p>
        </p:txBody>
      </p:sp>
      <p:cxnSp>
        <p:nvCxnSpPr>
          <p:cNvPr id="35" name="Conector recto 34">
            <a:extLst>
              <a:ext uri="{FF2B5EF4-FFF2-40B4-BE49-F238E27FC236}">
                <a16:creationId xmlns:a16="http://schemas.microsoft.com/office/drawing/2014/main" id="{98EC7AE4-2F42-F4A2-B155-F0025872CE92}"/>
              </a:ext>
            </a:extLst>
          </p:cNvPr>
          <p:cNvCxnSpPr/>
          <p:nvPr/>
        </p:nvCxnSpPr>
        <p:spPr>
          <a:xfrm>
            <a:off x="7869289" y="2903515"/>
            <a:ext cx="0" cy="483918"/>
          </a:xfrm>
          <a:prstGeom prst="line">
            <a:avLst/>
          </a:prstGeom>
          <a:ln>
            <a:solidFill>
              <a:schemeClr val="accent6"/>
            </a:solidFill>
          </a:ln>
        </p:spPr>
        <p:style>
          <a:lnRef idx="3">
            <a:schemeClr val="dk1"/>
          </a:lnRef>
          <a:fillRef idx="0">
            <a:schemeClr val="dk1"/>
          </a:fillRef>
          <a:effectRef idx="2">
            <a:schemeClr val="dk1"/>
          </a:effectRef>
          <a:fontRef idx="minor">
            <a:schemeClr val="tx1"/>
          </a:fontRef>
        </p:style>
      </p:cxnSp>
      <p:sp>
        <p:nvSpPr>
          <p:cNvPr id="37" name="CuadroTexto 36">
            <a:extLst>
              <a:ext uri="{FF2B5EF4-FFF2-40B4-BE49-F238E27FC236}">
                <a16:creationId xmlns:a16="http://schemas.microsoft.com/office/drawing/2014/main" id="{4D9AB316-A2BE-23AF-F6AE-083A474E65CE}"/>
              </a:ext>
            </a:extLst>
          </p:cNvPr>
          <p:cNvSpPr txBox="1"/>
          <p:nvPr/>
        </p:nvSpPr>
        <p:spPr>
          <a:xfrm>
            <a:off x="7455884" y="2534183"/>
            <a:ext cx="826810" cy="369332"/>
          </a:xfrm>
          <a:prstGeom prst="rect">
            <a:avLst/>
          </a:prstGeom>
          <a:noFill/>
          <a:ln>
            <a:solidFill>
              <a:schemeClr val="accent6"/>
            </a:solidFill>
          </a:ln>
        </p:spPr>
        <p:txBody>
          <a:bodyPr wrap="square" rtlCol="0">
            <a:spAutoFit/>
          </a:bodyPr>
          <a:lstStyle/>
          <a:p>
            <a:r>
              <a:rPr lang="es-ES" dirty="0"/>
              <a:t>2020</a:t>
            </a:r>
          </a:p>
        </p:txBody>
      </p:sp>
      <p:sp>
        <p:nvSpPr>
          <p:cNvPr id="39" name="Abrir corchete 38">
            <a:extLst>
              <a:ext uri="{FF2B5EF4-FFF2-40B4-BE49-F238E27FC236}">
                <a16:creationId xmlns:a16="http://schemas.microsoft.com/office/drawing/2014/main" id="{D94190FC-A9AF-D971-6A28-901643F2E49A}"/>
              </a:ext>
            </a:extLst>
          </p:cNvPr>
          <p:cNvSpPr/>
          <p:nvPr/>
        </p:nvSpPr>
        <p:spPr>
          <a:xfrm rot="16200000">
            <a:off x="8372305" y="2930196"/>
            <a:ext cx="76796" cy="1176892"/>
          </a:xfrm>
          <a:prstGeom prst="leftBracket">
            <a:avLst/>
          </a:prstGeom>
          <a:ln>
            <a:solidFill>
              <a:schemeClr val="accent6"/>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s-ES"/>
          </a:p>
        </p:txBody>
      </p:sp>
      <p:sp>
        <p:nvSpPr>
          <p:cNvPr id="40" name="CuadroTexto 39">
            <a:extLst>
              <a:ext uri="{FF2B5EF4-FFF2-40B4-BE49-F238E27FC236}">
                <a16:creationId xmlns:a16="http://schemas.microsoft.com/office/drawing/2014/main" id="{A79C4B1D-8410-7A65-3F80-71D9443662C5}"/>
              </a:ext>
            </a:extLst>
          </p:cNvPr>
          <p:cNvSpPr txBox="1"/>
          <p:nvPr/>
        </p:nvSpPr>
        <p:spPr>
          <a:xfrm>
            <a:off x="7737069" y="3767634"/>
            <a:ext cx="1347267" cy="369332"/>
          </a:xfrm>
          <a:prstGeom prst="rect">
            <a:avLst/>
          </a:prstGeom>
          <a:noFill/>
          <a:ln>
            <a:solidFill>
              <a:schemeClr val="accent6"/>
            </a:solidFill>
          </a:ln>
        </p:spPr>
        <p:txBody>
          <a:bodyPr wrap="square" rtlCol="0">
            <a:spAutoFit/>
          </a:bodyPr>
          <a:lstStyle/>
          <a:p>
            <a:r>
              <a:rPr lang="es-ES" dirty="0"/>
              <a:t>COVID- 19</a:t>
            </a:r>
          </a:p>
        </p:txBody>
      </p:sp>
      <p:sp>
        <p:nvSpPr>
          <p:cNvPr id="41" name="Flecha derecha 40">
            <a:extLst>
              <a:ext uri="{FF2B5EF4-FFF2-40B4-BE49-F238E27FC236}">
                <a16:creationId xmlns:a16="http://schemas.microsoft.com/office/drawing/2014/main" id="{0111A968-7658-AB8C-CEC6-5FFD24C64465}"/>
              </a:ext>
            </a:extLst>
          </p:cNvPr>
          <p:cNvSpPr/>
          <p:nvPr/>
        </p:nvSpPr>
        <p:spPr>
          <a:xfrm>
            <a:off x="3940889" y="3043855"/>
            <a:ext cx="1736079" cy="181228"/>
          </a:xfrm>
          <a:prstGeom prst="rightArrow">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054" name="Picture 6" descr="Supermercados abarrotados en Madrid y Vitoria por las medidas frente al  coronavirus">
            <a:extLst>
              <a:ext uri="{FF2B5EF4-FFF2-40B4-BE49-F238E27FC236}">
                <a16:creationId xmlns:a16="http://schemas.microsoft.com/office/drawing/2014/main" id="{C9E3AE98-9E90-2EE0-94C5-5DA9B943051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4371" t="21533"/>
          <a:stretch/>
        </p:blipFill>
        <p:spPr bwMode="auto">
          <a:xfrm>
            <a:off x="4807020" y="4324128"/>
            <a:ext cx="3909305" cy="228152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Test antígenos de Covid-19: Mi reino por un palito | Opinión | EL PAÍS">
            <a:extLst>
              <a:ext uri="{FF2B5EF4-FFF2-40B4-BE49-F238E27FC236}">
                <a16:creationId xmlns:a16="http://schemas.microsoft.com/office/drawing/2014/main" id="{9273A2C4-FA9E-705E-2DFA-345B9DC720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56856" y="4324131"/>
            <a:ext cx="2281523" cy="2281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7418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831A9D-D1B1-A46A-F294-F67D8DB22F74}"/>
              </a:ext>
            </a:extLst>
          </p:cNvPr>
          <p:cNvSpPr>
            <a:spLocks noGrp="1"/>
          </p:cNvSpPr>
          <p:nvPr>
            <p:ph type="title"/>
          </p:nvPr>
        </p:nvSpPr>
        <p:spPr/>
        <p:txBody>
          <a:bodyPr>
            <a:normAutofit/>
          </a:bodyPr>
          <a:lstStyle/>
          <a:p>
            <a:r>
              <a:rPr lang="es-ES" dirty="0"/>
              <a:t>¿Qué problema se ha querido abordar?</a:t>
            </a:r>
          </a:p>
        </p:txBody>
      </p:sp>
      <p:pic>
        <p:nvPicPr>
          <p:cNvPr id="6" name="Imagen 5" descr="Logotipo&#10;&#10;Descripción generada automáticamente">
            <a:extLst>
              <a:ext uri="{FF2B5EF4-FFF2-40B4-BE49-F238E27FC236}">
                <a16:creationId xmlns:a16="http://schemas.microsoft.com/office/drawing/2014/main" id="{39224BE2-894A-D9C2-107A-FED50E5F7B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4484" y="-507001"/>
            <a:ext cx="2461044" cy="1739882"/>
          </a:xfrm>
          <a:prstGeom prst="rect">
            <a:avLst/>
          </a:prstGeom>
        </p:spPr>
      </p:pic>
      <p:sp>
        <p:nvSpPr>
          <p:cNvPr id="7" name="CuadroTexto 6">
            <a:extLst>
              <a:ext uri="{FF2B5EF4-FFF2-40B4-BE49-F238E27FC236}">
                <a16:creationId xmlns:a16="http://schemas.microsoft.com/office/drawing/2014/main" id="{DE87A874-800E-F0A0-CD7C-6E7CF4B666E0}"/>
              </a:ext>
            </a:extLst>
          </p:cNvPr>
          <p:cNvSpPr txBox="1"/>
          <p:nvPr/>
        </p:nvSpPr>
        <p:spPr>
          <a:xfrm>
            <a:off x="2553107" y="2455904"/>
            <a:ext cx="7085786" cy="369332"/>
          </a:xfrm>
          <a:prstGeom prst="rect">
            <a:avLst/>
          </a:prstGeom>
          <a:noFill/>
        </p:spPr>
        <p:txBody>
          <a:bodyPr wrap="none" rtlCol="0">
            <a:spAutoFit/>
          </a:bodyPr>
          <a:lstStyle/>
          <a:p>
            <a:r>
              <a:rPr lang="es-ES" dirty="0"/>
              <a:t>Problemas de abastecimiento de productos durante la pandemia</a:t>
            </a:r>
          </a:p>
        </p:txBody>
      </p:sp>
      <p:sp>
        <p:nvSpPr>
          <p:cNvPr id="8" name="CuadroTexto 7">
            <a:extLst>
              <a:ext uri="{FF2B5EF4-FFF2-40B4-BE49-F238E27FC236}">
                <a16:creationId xmlns:a16="http://schemas.microsoft.com/office/drawing/2014/main" id="{FE0E2A0C-5E54-0766-3A46-6A46B2A939CC}"/>
              </a:ext>
            </a:extLst>
          </p:cNvPr>
          <p:cNvSpPr txBox="1"/>
          <p:nvPr/>
        </p:nvSpPr>
        <p:spPr>
          <a:xfrm>
            <a:off x="2422624" y="3931698"/>
            <a:ext cx="1397947" cy="369332"/>
          </a:xfrm>
          <a:prstGeom prst="rect">
            <a:avLst/>
          </a:prstGeom>
          <a:noFill/>
        </p:spPr>
        <p:txBody>
          <a:bodyPr wrap="none" rtlCol="0">
            <a:spAutoFit/>
          </a:bodyPr>
          <a:lstStyle/>
          <a:p>
            <a:r>
              <a:rPr lang="es-ES" dirty="0"/>
              <a:t>Mascarillas</a:t>
            </a:r>
          </a:p>
        </p:txBody>
      </p:sp>
      <p:sp>
        <p:nvSpPr>
          <p:cNvPr id="11" name="CuadroTexto 10">
            <a:extLst>
              <a:ext uri="{FF2B5EF4-FFF2-40B4-BE49-F238E27FC236}">
                <a16:creationId xmlns:a16="http://schemas.microsoft.com/office/drawing/2014/main" id="{77CBE69A-830D-5F57-F4C6-26D0B9AFA9EE}"/>
              </a:ext>
            </a:extLst>
          </p:cNvPr>
          <p:cNvSpPr txBox="1"/>
          <p:nvPr/>
        </p:nvSpPr>
        <p:spPr>
          <a:xfrm>
            <a:off x="5209047" y="3931698"/>
            <a:ext cx="1755802" cy="369332"/>
          </a:xfrm>
          <a:prstGeom prst="rect">
            <a:avLst/>
          </a:prstGeom>
          <a:noFill/>
        </p:spPr>
        <p:txBody>
          <a:bodyPr wrap="none" rtlCol="0">
            <a:spAutoFit/>
          </a:bodyPr>
          <a:lstStyle/>
          <a:p>
            <a:r>
              <a:rPr lang="es-ES" dirty="0"/>
              <a:t>Test antígenos</a:t>
            </a:r>
          </a:p>
        </p:txBody>
      </p:sp>
      <p:sp>
        <p:nvSpPr>
          <p:cNvPr id="12" name="CuadroTexto 11">
            <a:extLst>
              <a:ext uri="{FF2B5EF4-FFF2-40B4-BE49-F238E27FC236}">
                <a16:creationId xmlns:a16="http://schemas.microsoft.com/office/drawing/2014/main" id="{77B5EB4F-2358-10FA-E8B2-17DA6CA91085}"/>
              </a:ext>
            </a:extLst>
          </p:cNvPr>
          <p:cNvSpPr txBox="1"/>
          <p:nvPr/>
        </p:nvSpPr>
        <p:spPr>
          <a:xfrm>
            <a:off x="8213063" y="3931698"/>
            <a:ext cx="2305888" cy="369332"/>
          </a:xfrm>
          <a:prstGeom prst="rect">
            <a:avLst/>
          </a:prstGeom>
          <a:noFill/>
        </p:spPr>
        <p:txBody>
          <a:bodyPr wrap="none" rtlCol="0">
            <a:spAutoFit/>
          </a:bodyPr>
          <a:lstStyle/>
          <a:p>
            <a:r>
              <a:rPr lang="es-ES" dirty="0"/>
              <a:t>Gel hidroalcohólico</a:t>
            </a:r>
          </a:p>
        </p:txBody>
      </p:sp>
      <p:cxnSp>
        <p:nvCxnSpPr>
          <p:cNvPr id="14" name="Conector recto de flecha 13">
            <a:extLst>
              <a:ext uri="{FF2B5EF4-FFF2-40B4-BE49-F238E27FC236}">
                <a16:creationId xmlns:a16="http://schemas.microsoft.com/office/drawing/2014/main" id="{A9724022-30E9-14E7-64E9-9736D186E52E}"/>
              </a:ext>
            </a:extLst>
          </p:cNvPr>
          <p:cNvCxnSpPr>
            <a:stCxn id="7" idx="2"/>
            <a:endCxn id="8" idx="0"/>
          </p:cNvCxnSpPr>
          <p:nvPr/>
        </p:nvCxnSpPr>
        <p:spPr>
          <a:xfrm flipH="1">
            <a:off x="3121598" y="2825236"/>
            <a:ext cx="2974402" cy="1106462"/>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17" name="Conector recto de flecha 16">
            <a:extLst>
              <a:ext uri="{FF2B5EF4-FFF2-40B4-BE49-F238E27FC236}">
                <a16:creationId xmlns:a16="http://schemas.microsoft.com/office/drawing/2014/main" id="{BB496AC5-137D-AB9F-DF87-843550FD1614}"/>
              </a:ext>
            </a:extLst>
          </p:cNvPr>
          <p:cNvCxnSpPr>
            <a:cxnSpLocks/>
            <a:stCxn id="7" idx="2"/>
            <a:endCxn id="11" idx="0"/>
          </p:cNvCxnSpPr>
          <p:nvPr/>
        </p:nvCxnSpPr>
        <p:spPr>
          <a:xfrm flipH="1">
            <a:off x="6086948" y="2825236"/>
            <a:ext cx="9052" cy="1106462"/>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19" name="Conector recto de flecha 18">
            <a:extLst>
              <a:ext uri="{FF2B5EF4-FFF2-40B4-BE49-F238E27FC236}">
                <a16:creationId xmlns:a16="http://schemas.microsoft.com/office/drawing/2014/main" id="{E25566EB-8F17-DF25-A2ED-102A0CF9CC73}"/>
              </a:ext>
            </a:extLst>
          </p:cNvPr>
          <p:cNvCxnSpPr>
            <a:stCxn id="7" idx="2"/>
            <a:endCxn id="12" idx="0"/>
          </p:cNvCxnSpPr>
          <p:nvPr/>
        </p:nvCxnSpPr>
        <p:spPr>
          <a:xfrm>
            <a:off x="6096000" y="2825236"/>
            <a:ext cx="3270007" cy="1106462"/>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pic>
        <p:nvPicPr>
          <p:cNvPr id="1026" name="Picture 2" descr="Mascarilla quirúrgica desechable - Well Lead Medical - de tres capas / de  tejido no tejido">
            <a:extLst>
              <a:ext uri="{FF2B5EF4-FFF2-40B4-BE49-F238E27FC236}">
                <a16:creationId xmlns:a16="http://schemas.microsoft.com/office/drawing/2014/main" id="{C38ABF58-A86D-0238-1719-47F11AA6CA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4263" y="4402096"/>
            <a:ext cx="1734667" cy="17311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RUEBA COVID-19 ANTÍGENO | CEyDES">
            <a:extLst>
              <a:ext uri="{FF2B5EF4-FFF2-40B4-BE49-F238E27FC236}">
                <a16:creationId xmlns:a16="http://schemas.microsoft.com/office/drawing/2014/main" id="{9729AF6A-9369-1EA5-8127-075AEF7CD6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7157" y="4402096"/>
            <a:ext cx="3077686" cy="173119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el hidroalcoholico desinfeccion para manos 500 ml.">
            <a:extLst>
              <a:ext uri="{FF2B5EF4-FFF2-40B4-BE49-F238E27FC236}">
                <a16:creationId xmlns:a16="http://schemas.microsoft.com/office/drawing/2014/main" id="{9CE6DE70-E8B1-65A7-7A16-FF0E1B7F18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68343" y="4418951"/>
            <a:ext cx="2195327" cy="20855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6730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831A9D-D1B1-A46A-F294-F67D8DB22F74}"/>
              </a:ext>
            </a:extLst>
          </p:cNvPr>
          <p:cNvSpPr>
            <a:spLocks noGrp="1"/>
          </p:cNvSpPr>
          <p:nvPr>
            <p:ph type="title"/>
          </p:nvPr>
        </p:nvSpPr>
        <p:spPr/>
        <p:txBody>
          <a:bodyPr>
            <a:normAutofit/>
          </a:bodyPr>
          <a:lstStyle/>
          <a:p>
            <a:r>
              <a:rPr lang="es-ES" dirty="0"/>
              <a:t>¿Qué problema se ha querido abordar?</a:t>
            </a:r>
          </a:p>
        </p:txBody>
      </p:sp>
      <p:graphicFrame>
        <p:nvGraphicFramePr>
          <p:cNvPr id="9" name="Marcador de contenido 2">
            <a:extLst>
              <a:ext uri="{FF2B5EF4-FFF2-40B4-BE49-F238E27FC236}">
                <a16:creationId xmlns:a16="http://schemas.microsoft.com/office/drawing/2014/main" id="{EDDE5ACC-7681-EF90-3407-553AC2DF8D44}"/>
              </a:ext>
            </a:extLst>
          </p:cNvPr>
          <p:cNvGraphicFramePr>
            <a:graphicFrameLocks noGrp="1"/>
          </p:cNvGraphicFramePr>
          <p:nvPr>
            <p:ph idx="1"/>
            <p:extLst>
              <p:ext uri="{D42A27DB-BD31-4B8C-83A1-F6EECF244321}">
                <p14:modId xmlns:p14="http://schemas.microsoft.com/office/powerpoint/2010/main" val="72199642"/>
              </p:ext>
            </p:extLst>
          </p:nvPr>
        </p:nvGraphicFramePr>
        <p:xfrm>
          <a:off x="1115568" y="2783857"/>
          <a:ext cx="10168128" cy="31883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magen 5" descr="Logotipo&#10;&#10;Descripción generada automáticamente">
            <a:extLst>
              <a:ext uri="{FF2B5EF4-FFF2-40B4-BE49-F238E27FC236}">
                <a16:creationId xmlns:a16="http://schemas.microsoft.com/office/drawing/2014/main" id="{39224BE2-894A-D9C2-107A-FED50E5F7BC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14484" y="-507001"/>
            <a:ext cx="2461044" cy="1739882"/>
          </a:xfrm>
          <a:prstGeom prst="rect">
            <a:avLst/>
          </a:prstGeom>
        </p:spPr>
      </p:pic>
    </p:spTree>
    <p:extLst>
      <p:ext uri="{BB962C8B-B14F-4D97-AF65-F5344CB8AC3E}">
        <p14:creationId xmlns:p14="http://schemas.microsoft.com/office/powerpoint/2010/main" val="2921096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DE1EEC-9EC6-2009-1004-80A083B38B38}"/>
              </a:ext>
            </a:extLst>
          </p:cNvPr>
          <p:cNvSpPr>
            <a:spLocks noGrp="1"/>
          </p:cNvSpPr>
          <p:nvPr>
            <p:ph type="title"/>
          </p:nvPr>
        </p:nvSpPr>
        <p:spPr>
          <a:xfrm>
            <a:off x="1202193" y="472599"/>
            <a:ext cx="10506456" cy="1014984"/>
          </a:xfrm>
        </p:spPr>
        <p:txBody>
          <a:bodyPr anchor="b">
            <a:normAutofit/>
          </a:bodyPr>
          <a:lstStyle/>
          <a:p>
            <a:r>
              <a:rPr lang="es-ES" dirty="0"/>
              <a:t>Objetivo del proyecto</a:t>
            </a:r>
          </a:p>
        </p:txBody>
      </p:sp>
      <p:pic>
        <p:nvPicPr>
          <p:cNvPr id="4" name="Imagen 3" descr="Logotipo&#10;&#10;Descripción generada automáticamente">
            <a:extLst>
              <a:ext uri="{FF2B5EF4-FFF2-40B4-BE49-F238E27FC236}">
                <a16:creationId xmlns:a16="http://schemas.microsoft.com/office/drawing/2014/main" id="{C8B02A68-CB58-127F-E923-C6BC3B35D8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4484" y="-507001"/>
            <a:ext cx="2461044" cy="1739882"/>
          </a:xfrm>
          <a:prstGeom prst="rect">
            <a:avLst/>
          </a:prstGeom>
        </p:spPr>
      </p:pic>
      <p:sp>
        <p:nvSpPr>
          <p:cNvPr id="5" name="Marcador de contenido 4">
            <a:extLst>
              <a:ext uri="{FF2B5EF4-FFF2-40B4-BE49-F238E27FC236}">
                <a16:creationId xmlns:a16="http://schemas.microsoft.com/office/drawing/2014/main" id="{AB97A42C-7C43-005A-3C62-FF55576277A1}"/>
              </a:ext>
            </a:extLst>
          </p:cNvPr>
          <p:cNvSpPr>
            <a:spLocks noGrp="1"/>
          </p:cNvSpPr>
          <p:nvPr>
            <p:ph idx="1"/>
          </p:nvPr>
        </p:nvSpPr>
        <p:spPr>
          <a:xfrm>
            <a:off x="1115568" y="2646465"/>
            <a:ext cx="10168128" cy="3694176"/>
          </a:xfrm>
        </p:spPr>
        <p:txBody>
          <a:bodyPr/>
          <a:lstStyle/>
          <a:p>
            <a:pPr marL="0" indent="0" algn="just">
              <a:buNone/>
            </a:pPr>
            <a:r>
              <a:rPr lang="es-ES" dirty="0">
                <a:solidFill>
                  <a:srgbClr val="000000"/>
                </a:solidFill>
                <a:effectLst/>
                <a:latin typeface="Helvetica Neue" panose="02000503000000020004" pitchFamily="2" charset="0"/>
              </a:rPr>
              <a:t>Simular una nueva pandemia mediante un modelo epidemiológico y predecir las ventas de medicamentos utilizando modelos predictivos previamente entrenados con datos históricos, permitiendo así anticiparse a la falta de abastecimiento producida por periodos de alteración de ventas durante una pandemia.</a:t>
            </a:r>
          </a:p>
          <a:p>
            <a:endParaRPr lang="es-ES" dirty="0"/>
          </a:p>
        </p:txBody>
      </p:sp>
    </p:spTree>
    <p:extLst>
      <p:ext uri="{BB962C8B-B14F-4D97-AF65-F5344CB8AC3E}">
        <p14:creationId xmlns:p14="http://schemas.microsoft.com/office/powerpoint/2010/main" val="2856113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9AA65D-3D30-7255-4450-CF9B6B2AAAE5}"/>
              </a:ext>
            </a:extLst>
          </p:cNvPr>
          <p:cNvSpPr>
            <a:spLocks noGrp="1"/>
          </p:cNvSpPr>
          <p:nvPr>
            <p:ph type="title"/>
          </p:nvPr>
        </p:nvSpPr>
        <p:spPr/>
        <p:txBody>
          <a:bodyPr/>
          <a:lstStyle/>
          <a:p>
            <a:r>
              <a:rPr lang="es-ES" dirty="0"/>
              <a:t>Metodología seguida - SCRUM</a:t>
            </a:r>
          </a:p>
        </p:txBody>
      </p:sp>
      <p:pic>
        <p:nvPicPr>
          <p:cNvPr id="2050" name="Picture 2" descr="Metodología SCRUM: ¿qué es y cómo aplicarlo en tu trabajo? | Sinnaps">
            <a:extLst>
              <a:ext uri="{FF2B5EF4-FFF2-40B4-BE49-F238E27FC236}">
                <a16:creationId xmlns:a16="http://schemas.microsoft.com/office/drawing/2014/main" id="{AB81BDF7-B6F5-0501-7E2D-A12968FFD14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20010" y="2026850"/>
            <a:ext cx="9351979" cy="4282510"/>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descr="Logotipo&#10;&#10;Descripción generada automáticamente">
            <a:extLst>
              <a:ext uri="{FF2B5EF4-FFF2-40B4-BE49-F238E27FC236}">
                <a16:creationId xmlns:a16="http://schemas.microsoft.com/office/drawing/2014/main" id="{7ED6D03B-3314-10C3-40D1-0F1F57848E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14484" y="-507001"/>
            <a:ext cx="2461044" cy="1739882"/>
          </a:xfrm>
          <a:prstGeom prst="rect">
            <a:avLst/>
          </a:prstGeom>
        </p:spPr>
      </p:pic>
    </p:spTree>
    <p:extLst>
      <p:ext uri="{BB962C8B-B14F-4D97-AF65-F5344CB8AC3E}">
        <p14:creationId xmlns:p14="http://schemas.microsoft.com/office/powerpoint/2010/main" val="3022064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DE1EEC-9EC6-2009-1004-80A083B38B38}"/>
              </a:ext>
            </a:extLst>
          </p:cNvPr>
          <p:cNvSpPr>
            <a:spLocks noGrp="1"/>
          </p:cNvSpPr>
          <p:nvPr>
            <p:ph type="title"/>
          </p:nvPr>
        </p:nvSpPr>
        <p:spPr>
          <a:xfrm>
            <a:off x="1105941" y="448536"/>
            <a:ext cx="10506456" cy="1014984"/>
          </a:xfrm>
        </p:spPr>
        <p:txBody>
          <a:bodyPr anchor="b">
            <a:normAutofit/>
          </a:bodyPr>
          <a:lstStyle/>
          <a:p>
            <a:r>
              <a:rPr lang="es-ES" dirty="0"/>
              <a:t>Desarrollo de la solución</a:t>
            </a:r>
          </a:p>
        </p:txBody>
      </p:sp>
      <p:graphicFrame>
        <p:nvGraphicFramePr>
          <p:cNvPr id="6" name="Marcador de contenido 2">
            <a:extLst>
              <a:ext uri="{FF2B5EF4-FFF2-40B4-BE49-F238E27FC236}">
                <a16:creationId xmlns:a16="http://schemas.microsoft.com/office/drawing/2014/main" id="{F24AF87D-6C1F-5828-8941-5ED3A62C5934}"/>
              </a:ext>
            </a:extLst>
          </p:cNvPr>
          <p:cNvGraphicFramePr>
            <a:graphicFrameLocks noGrp="1"/>
          </p:cNvGraphicFramePr>
          <p:nvPr>
            <p:ph idx="1"/>
            <p:extLst>
              <p:ext uri="{D42A27DB-BD31-4B8C-83A1-F6EECF244321}">
                <p14:modId xmlns:p14="http://schemas.microsoft.com/office/powerpoint/2010/main" val="1628559633"/>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n 3" descr="Logotipo&#10;&#10;Descripción generada automáticamente">
            <a:extLst>
              <a:ext uri="{FF2B5EF4-FFF2-40B4-BE49-F238E27FC236}">
                <a16:creationId xmlns:a16="http://schemas.microsoft.com/office/drawing/2014/main" id="{57396401-7138-C523-D96D-1C6884B47C8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14484" y="-507001"/>
            <a:ext cx="2461044" cy="1739882"/>
          </a:xfrm>
          <a:prstGeom prst="rect">
            <a:avLst/>
          </a:prstGeom>
        </p:spPr>
      </p:pic>
    </p:spTree>
    <p:extLst>
      <p:ext uri="{BB962C8B-B14F-4D97-AF65-F5344CB8AC3E}">
        <p14:creationId xmlns:p14="http://schemas.microsoft.com/office/powerpoint/2010/main" val="1189305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A1B14E-1EA8-9273-B07D-F3D158F80497}"/>
              </a:ext>
            </a:extLst>
          </p:cNvPr>
          <p:cNvSpPr>
            <a:spLocks noGrp="1"/>
          </p:cNvSpPr>
          <p:nvPr>
            <p:ph type="title"/>
          </p:nvPr>
        </p:nvSpPr>
        <p:spPr/>
        <p:txBody>
          <a:bodyPr/>
          <a:lstStyle/>
          <a:p>
            <a:r>
              <a:rPr lang="es-ES" dirty="0"/>
              <a:t>Recopilación de datos históricos</a:t>
            </a:r>
          </a:p>
        </p:txBody>
      </p:sp>
      <p:sp>
        <p:nvSpPr>
          <p:cNvPr id="3" name="Marcador de texto 2">
            <a:extLst>
              <a:ext uri="{FF2B5EF4-FFF2-40B4-BE49-F238E27FC236}">
                <a16:creationId xmlns:a16="http://schemas.microsoft.com/office/drawing/2014/main" id="{AE287CB3-4BB1-7CFB-7AB1-44BC81607F87}"/>
              </a:ext>
            </a:extLst>
          </p:cNvPr>
          <p:cNvSpPr>
            <a:spLocks noGrp="1"/>
          </p:cNvSpPr>
          <p:nvPr>
            <p:ph type="body" idx="1"/>
          </p:nvPr>
        </p:nvSpPr>
        <p:spPr>
          <a:xfrm>
            <a:off x="865313" y="2372650"/>
            <a:ext cx="4937760" cy="823912"/>
          </a:xfrm>
        </p:spPr>
        <p:txBody>
          <a:bodyPr/>
          <a:lstStyle/>
          <a:p>
            <a:pPr algn="ctr"/>
            <a:r>
              <a:rPr lang="es-ES" dirty="0"/>
              <a:t>Datos de casos</a:t>
            </a:r>
          </a:p>
        </p:txBody>
      </p:sp>
      <p:graphicFrame>
        <p:nvGraphicFramePr>
          <p:cNvPr id="7" name="Marcador de contenido 6">
            <a:extLst>
              <a:ext uri="{FF2B5EF4-FFF2-40B4-BE49-F238E27FC236}">
                <a16:creationId xmlns:a16="http://schemas.microsoft.com/office/drawing/2014/main" id="{09162A07-9B67-2724-4A70-3FA8A3762726}"/>
              </a:ext>
            </a:extLst>
          </p:cNvPr>
          <p:cNvGraphicFramePr>
            <a:graphicFrameLocks noGrp="1"/>
          </p:cNvGraphicFramePr>
          <p:nvPr>
            <p:ph sz="half" idx="2"/>
            <p:extLst>
              <p:ext uri="{D42A27DB-BD31-4B8C-83A1-F6EECF244321}">
                <p14:modId xmlns:p14="http://schemas.microsoft.com/office/powerpoint/2010/main" val="1542487554"/>
              </p:ext>
            </p:extLst>
          </p:nvPr>
        </p:nvGraphicFramePr>
        <p:xfrm>
          <a:off x="2622500" y="3904292"/>
          <a:ext cx="1423385" cy="1580392"/>
        </p:xfrm>
        <a:graphic>
          <a:graphicData uri="http://schemas.openxmlformats.org/drawingml/2006/table">
            <a:tbl>
              <a:tblPr firstRow="1" firstCol="1" bandRow="1">
                <a:tableStyleId>{16D9F66E-5EB9-4882-86FB-DCBF35E3C3E4}</a:tableStyleId>
              </a:tblPr>
              <a:tblGrid>
                <a:gridCol w="1423385">
                  <a:extLst>
                    <a:ext uri="{9D8B030D-6E8A-4147-A177-3AD203B41FA5}">
                      <a16:colId xmlns:a16="http://schemas.microsoft.com/office/drawing/2014/main" val="3407985429"/>
                    </a:ext>
                  </a:extLst>
                </a:gridCol>
              </a:tblGrid>
              <a:tr h="0">
                <a:tc>
                  <a:txBody>
                    <a:bodyPr/>
                    <a:lstStyle/>
                    <a:p>
                      <a:pPr algn="just">
                        <a:lnSpc>
                          <a:spcPct val="115000"/>
                        </a:lnSpc>
                      </a:pPr>
                      <a:r>
                        <a:rPr lang="es-ES" sz="1200" kern="100" dirty="0" err="1">
                          <a:effectLst/>
                        </a:rPr>
                        <a:t>provincia_iso</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569771981"/>
                  </a:ext>
                </a:extLst>
              </a:tr>
              <a:tr h="0">
                <a:tc>
                  <a:txBody>
                    <a:bodyPr/>
                    <a:lstStyle/>
                    <a:p>
                      <a:pPr algn="just">
                        <a:lnSpc>
                          <a:spcPct val="115000"/>
                        </a:lnSpc>
                      </a:pPr>
                      <a:r>
                        <a:rPr lang="es-ES" sz="1200" kern="100">
                          <a:effectLst/>
                        </a:rPr>
                        <a:t>fecha</a:t>
                      </a:r>
                      <a:endParaRPr lang="es-E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630899126"/>
                  </a:ext>
                </a:extLst>
              </a:tr>
              <a:tr h="0">
                <a:tc>
                  <a:txBody>
                    <a:bodyPr/>
                    <a:lstStyle/>
                    <a:p>
                      <a:pPr algn="just">
                        <a:lnSpc>
                          <a:spcPct val="115000"/>
                        </a:lnSpc>
                      </a:pPr>
                      <a:r>
                        <a:rPr lang="es-ES" sz="1200" kern="100">
                          <a:effectLst/>
                        </a:rPr>
                        <a:t>sexo</a:t>
                      </a:r>
                      <a:endParaRPr lang="es-E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927215988"/>
                  </a:ext>
                </a:extLst>
              </a:tr>
              <a:tr h="0">
                <a:tc>
                  <a:txBody>
                    <a:bodyPr/>
                    <a:lstStyle/>
                    <a:p>
                      <a:pPr algn="just">
                        <a:lnSpc>
                          <a:spcPct val="115000"/>
                        </a:lnSpc>
                      </a:pPr>
                      <a:r>
                        <a:rPr lang="es-ES" sz="1200" kern="100">
                          <a:effectLst/>
                        </a:rPr>
                        <a:t>grupo_edad</a:t>
                      </a:r>
                      <a:endParaRPr lang="es-E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647648284"/>
                  </a:ext>
                </a:extLst>
              </a:tr>
              <a:tr h="0">
                <a:tc>
                  <a:txBody>
                    <a:bodyPr/>
                    <a:lstStyle/>
                    <a:p>
                      <a:pPr algn="just">
                        <a:lnSpc>
                          <a:spcPct val="115000"/>
                        </a:lnSpc>
                      </a:pPr>
                      <a:r>
                        <a:rPr lang="es-ES" sz="1200" kern="100">
                          <a:effectLst/>
                        </a:rPr>
                        <a:t>num_casos</a:t>
                      </a:r>
                      <a:endParaRPr lang="es-E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221028622"/>
                  </a:ext>
                </a:extLst>
              </a:tr>
              <a:tr h="0">
                <a:tc>
                  <a:txBody>
                    <a:bodyPr/>
                    <a:lstStyle/>
                    <a:p>
                      <a:pPr algn="just">
                        <a:lnSpc>
                          <a:spcPct val="115000"/>
                        </a:lnSpc>
                      </a:pPr>
                      <a:r>
                        <a:rPr lang="es-ES" sz="1200" kern="100" dirty="0" err="1">
                          <a:effectLst/>
                        </a:rPr>
                        <a:t>num_hosp</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204501819"/>
                  </a:ext>
                </a:extLst>
              </a:tr>
              <a:tr h="0">
                <a:tc>
                  <a:txBody>
                    <a:bodyPr/>
                    <a:lstStyle/>
                    <a:p>
                      <a:pPr algn="just">
                        <a:lnSpc>
                          <a:spcPct val="115000"/>
                        </a:lnSpc>
                      </a:pPr>
                      <a:r>
                        <a:rPr lang="es-ES" sz="1200" kern="100">
                          <a:effectLst/>
                        </a:rPr>
                        <a:t>num_uci</a:t>
                      </a:r>
                      <a:endParaRPr lang="es-E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71022286"/>
                  </a:ext>
                </a:extLst>
              </a:tr>
              <a:tr h="0">
                <a:tc>
                  <a:txBody>
                    <a:bodyPr/>
                    <a:lstStyle/>
                    <a:p>
                      <a:pPr algn="just">
                        <a:lnSpc>
                          <a:spcPct val="115000"/>
                        </a:lnSpc>
                      </a:pPr>
                      <a:r>
                        <a:rPr lang="es-ES" sz="1200" kern="100" dirty="0" err="1">
                          <a:effectLst/>
                        </a:rPr>
                        <a:t>num_def</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734680367"/>
                  </a:ext>
                </a:extLst>
              </a:tr>
            </a:tbl>
          </a:graphicData>
        </a:graphic>
      </p:graphicFrame>
      <p:sp>
        <p:nvSpPr>
          <p:cNvPr id="5" name="Marcador de texto 4">
            <a:extLst>
              <a:ext uri="{FF2B5EF4-FFF2-40B4-BE49-F238E27FC236}">
                <a16:creationId xmlns:a16="http://schemas.microsoft.com/office/drawing/2014/main" id="{6B6A17CC-49CC-8A1E-B2AB-136D2F3B4565}"/>
              </a:ext>
            </a:extLst>
          </p:cNvPr>
          <p:cNvSpPr>
            <a:spLocks noGrp="1"/>
          </p:cNvSpPr>
          <p:nvPr>
            <p:ph type="body" sz="quarter" idx="3"/>
          </p:nvPr>
        </p:nvSpPr>
        <p:spPr>
          <a:xfrm>
            <a:off x="6095681" y="2372650"/>
            <a:ext cx="4937760" cy="823912"/>
          </a:xfrm>
        </p:spPr>
        <p:txBody>
          <a:bodyPr/>
          <a:lstStyle/>
          <a:p>
            <a:pPr algn="ctr"/>
            <a:r>
              <a:rPr lang="es-ES" dirty="0"/>
              <a:t>Datos de ventas</a:t>
            </a:r>
          </a:p>
        </p:txBody>
      </p:sp>
      <p:graphicFrame>
        <p:nvGraphicFramePr>
          <p:cNvPr id="8" name="Marcador de contenido 7">
            <a:extLst>
              <a:ext uri="{FF2B5EF4-FFF2-40B4-BE49-F238E27FC236}">
                <a16:creationId xmlns:a16="http://schemas.microsoft.com/office/drawing/2014/main" id="{2E9027D6-F92A-1E2F-07DD-17FE869B14E3}"/>
              </a:ext>
            </a:extLst>
          </p:cNvPr>
          <p:cNvGraphicFramePr>
            <a:graphicFrameLocks noGrp="1"/>
          </p:cNvGraphicFramePr>
          <p:nvPr>
            <p:ph sz="quarter" idx="4"/>
            <p:extLst>
              <p:ext uri="{D42A27DB-BD31-4B8C-83A1-F6EECF244321}">
                <p14:modId xmlns:p14="http://schemas.microsoft.com/office/powerpoint/2010/main" val="174854700"/>
              </p:ext>
            </p:extLst>
          </p:nvPr>
        </p:nvGraphicFramePr>
        <p:xfrm>
          <a:off x="9241298" y="3507803"/>
          <a:ext cx="1680274" cy="1381192"/>
        </p:xfrm>
        <a:graphic>
          <a:graphicData uri="http://schemas.openxmlformats.org/drawingml/2006/table">
            <a:tbl>
              <a:tblPr firstRow="1" firstCol="1" bandRow="1">
                <a:tableStyleId>{16D9F66E-5EB9-4882-86FB-DCBF35E3C3E4}</a:tableStyleId>
              </a:tblPr>
              <a:tblGrid>
                <a:gridCol w="1680274">
                  <a:extLst>
                    <a:ext uri="{9D8B030D-6E8A-4147-A177-3AD203B41FA5}">
                      <a16:colId xmlns:a16="http://schemas.microsoft.com/office/drawing/2014/main" val="3928260495"/>
                    </a:ext>
                  </a:extLst>
                </a:gridCol>
              </a:tblGrid>
              <a:tr h="0">
                <a:tc>
                  <a:txBody>
                    <a:bodyPr/>
                    <a:lstStyle/>
                    <a:p>
                      <a:pPr algn="just">
                        <a:lnSpc>
                          <a:spcPct val="115000"/>
                        </a:lnSpc>
                        <a:spcAft>
                          <a:spcPts val="800"/>
                        </a:spcAft>
                      </a:pPr>
                      <a:r>
                        <a:rPr lang="es-ES" sz="1200" kern="100" dirty="0">
                          <a:effectLst/>
                        </a:rPr>
                        <a:t>Descripción</a:t>
                      </a:r>
                      <a:endParaRPr lang="es-ES" sz="1200" kern="100" dirty="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202865007"/>
                  </a:ext>
                </a:extLst>
              </a:tr>
              <a:tr h="0">
                <a:tc>
                  <a:txBody>
                    <a:bodyPr/>
                    <a:lstStyle/>
                    <a:p>
                      <a:pPr algn="just">
                        <a:lnSpc>
                          <a:spcPct val="115000"/>
                        </a:lnSpc>
                        <a:spcAft>
                          <a:spcPts val="800"/>
                        </a:spcAft>
                      </a:pPr>
                      <a:r>
                        <a:rPr lang="es-ES" sz="1200" kern="100">
                          <a:effectLst/>
                        </a:rPr>
                        <a:t>IdArticu</a:t>
                      </a:r>
                      <a:endParaRPr lang="es-ES" sz="1200" kern="10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638315541"/>
                  </a:ext>
                </a:extLst>
              </a:tr>
              <a:tr h="0">
                <a:tc>
                  <a:txBody>
                    <a:bodyPr/>
                    <a:lstStyle/>
                    <a:p>
                      <a:pPr algn="just">
                        <a:lnSpc>
                          <a:spcPct val="115000"/>
                        </a:lnSpc>
                        <a:spcAft>
                          <a:spcPts val="800"/>
                        </a:spcAft>
                      </a:pPr>
                      <a:r>
                        <a:rPr lang="es-ES" sz="1200" kern="100">
                          <a:effectLst/>
                        </a:rPr>
                        <a:t>StockActual</a:t>
                      </a:r>
                      <a:endParaRPr lang="es-ES" sz="1200" kern="10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798911502"/>
                  </a:ext>
                </a:extLst>
              </a:tr>
              <a:tr h="0">
                <a:tc>
                  <a:txBody>
                    <a:bodyPr/>
                    <a:lstStyle/>
                    <a:p>
                      <a:pPr algn="just">
                        <a:lnSpc>
                          <a:spcPct val="115000"/>
                        </a:lnSpc>
                        <a:spcAft>
                          <a:spcPts val="800"/>
                        </a:spcAft>
                      </a:pPr>
                      <a:r>
                        <a:rPr lang="es-ES" sz="1200" kern="100">
                          <a:effectLst/>
                        </a:rPr>
                        <a:t>FechaUltimaEntrada</a:t>
                      </a:r>
                      <a:endParaRPr lang="es-ES" sz="1200" kern="10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099568945"/>
                  </a:ext>
                </a:extLst>
              </a:tr>
              <a:tr h="0">
                <a:tc>
                  <a:txBody>
                    <a:bodyPr/>
                    <a:lstStyle/>
                    <a:p>
                      <a:pPr algn="just">
                        <a:lnSpc>
                          <a:spcPct val="115000"/>
                        </a:lnSpc>
                        <a:spcAft>
                          <a:spcPts val="800"/>
                        </a:spcAft>
                      </a:pPr>
                      <a:r>
                        <a:rPr lang="es-ES" sz="1200" kern="100" dirty="0" err="1">
                          <a:effectLst/>
                        </a:rPr>
                        <a:t>FechaCaducidad</a:t>
                      </a:r>
                      <a:endParaRPr lang="es-ES" sz="1200" kern="100" dirty="0">
                        <a:effectLst/>
                      </a:endParaRPr>
                    </a:p>
                  </a:txBody>
                  <a:tcPr marL="68580" marR="68580" marT="0" marB="0"/>
                </a:tc>
                <a:extLst>
                  <a:ext uri="{0D108BD9-81ED-4DB2-BD59-A6C34878D82A}">
                    <a16:rowId xmlns:a16="http://schemas.microsoft.com/office/drawing/2014/main" val="3978206463"/>
                  </a:ext>
                </a:extLst>
              </a:tr>
              <a:tr h="0">
                <a:tc>
                  <a:txBody>
                    <a:bodyPr/>
                    <a:lstStyle/>
                    <a:p>
                      <a:pPr algn="just">
                        <a:lnSpc>
                          <a:spcPct val="115000"/>
                        </a:lnSpc>
                        <a:spcAft>
                          <a:spcPts val="800"/>
                        </a:spcAft>
                      </a:pPr>
                      <a:r>
                        <a:rPr lang="es-ES" sz="1200" kern="100" dirty="0" err="1">
                          <a:effectLst/>
                        </a:rPr>
                        <a:t>PvP</a:t>
                      </a:r>
                      <a:endParaRPr lang="es-ES" sz="1200" kern="100" dirty="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4049833287"/>
                  </a:ext>
                </a:extLst>
              </a:tr>
              <a:tr h="0">
                <a:tc>
                  <a:txBody>
                    <a:bodyPr/>
                    <a:lstStyle/>
                    <a:p>
                      <a:pPr algn="just">
                        <a:lnSpc>
                          <a:spcPct val="115000"/>
                        </a:lnSpc>
                        <a:spcAft>
                          <a:spcPts val="800"/>
                        </a:spcAft>
                      </a:pPr>
                      <a:r>
                        <a:rPr lang="es-ES" sz="1200" kern="100" dirty="0" err="1">
                          <a:effectLst/>
                        </a:rPr>
                        <a:t>XFam_IdFamilia</a:t>
                      </a:r>
                      <a:endParaRPr lang="es-ES" sz="1200" kern="100" dirty="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948941408"/>
                  </a:ext>
                </a:extLst>
              </a:tr>
            </a:tbl>
          </a:graphicData>
        </a:graphic>
      </p:graphicFrame>
      <p:graphicFrame>
        <p:nvGraphicFramePr>
          <p:cNvPr id="11" name="Tabla 10">
            <a:extLst>
              <a:ext uri="{FF2B5EF4-FFF2-40B4-BE49-F238E27FC236}">
                <a16:creationId xmlns:a16="http://schemas.microsoft.com/office/drawing/2014/main" id="{C6412312-236B-668C-800B-582EA893AF7E}"/>
              </a:ext>
            </a:extLst>
          </p:cNvPr>
          <p:cNvGraphicFramePr>
            <a:graphicFrameLocks noGrp="1"/>
          </p:cNvGraphicFramePr>
          <p:nvPr>
            <p:extLst>
              <p:ext uri="{D42A27DB-BD31-4B8C-83A1-F6EECF244321}">
                <p14:modId xmlns:p14="http://schemas.microsoft.com/office/powerpoint/2010/main" val="3359078824"/>
              </p:ext>
            </p:extLst>
          </p:nvPr>
        </p:nvGraphicFramePr>
        <p:xfrm>
          <a:off x="6722963" y="3803301"/>
          <a:ext cx="1409065" cy="790196"/>
        </p:xfrm>
        <a:graphic>
          <a:graphicData uri="http://schemas.openxmlformats.org/drawingml/2006/table">
            <a:tbl>
              <a:tblPr firstRow="1" firstCol="1" bandRow="1">
                <a:tableStyleId>{16D9F66E-5EB9-4882-86FB-DCBF35E3C3E4}</a:tableStyleId>
              </a:tblPr>
              <a:tblGrid>
                <a:gridCol w="1409065">
                  <a:extLst>
                    <a:ext uri="{9D8B030D-6E8A-4147-A177-3AD203B41FA5}">
                      <a16:colId xmlns:a16="http://schemas.microsoft.com/office/drawing/2014/main" val="702914559"/>
                    </a:ext>
                  </a:extLst>
                </a:gridCol>
              </a:tblGrid>
              <a:tr h="0">
                <a:tc>
                  <a:txBody>
                    <a:bodyPr/>
                    <a:lstStyle/>
                    <a:p>
                      <a:pPr algn="just">
                        <a:lnSpc>
                          <a:spcPct val="115000"/>
                        </a:lnSpc>
                        <a:spcAft>
                          <a:spcPts val="800"/>
                        </a:spcAft>
                      </a:pPr>
                      <a:r>
                        <a:rPr lang="es-ES" sz="1200" kern="100" dirty="0">
                          <a:effectLst/>
                        </a:rPr>
                        <a:t>Descripción</a:t>
                      </a:r>
                      <a:endParaRPr lang="es-ES" sz="1200" kern="100" dirty="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555755893"/>
                  </a:ext>
                </a:extLst>
              </a:tr>
              <a:tr h="0">
                <a:tc>
                  <a:txBody>
                    <a:bodyPr/>
                    <a:lstStyle/>
                    <a:p>
                      <a:pPr algn="just">
                        <a:lnSpc>
                          <a:spcPct val="115000"/>
                        </a:lnSpc>
                        <a:spcAft>
                          <a:spcPts val="800"/>
                        </a:spcAft>
                      </a:pPr>
                      <a:r>
                        <a:rPr lang="es-ES" sz="1200" kern="100">
                          <a:effectLst/>
                        </a:rPr>
                        <a:t>IdVenta</a:t>
                      </a:r>
                      <a:endParaRPr lang="es-ES" sz="1200" kern="10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358448892"/>
                  </a:ext>
                </a:extLst>
              </a:tr>
              <a:tr h="0">
                <a:tc>
                  <a:txBody>
                    <a:bodyPr/>
                    <a:lstStyle/>
                    <a:p>
                      <a:pPr algn="just">
                        <a:lnSpc>
                          <a:spcPct val="115000"/>
                        </a:lnSpc>
                        <a:spcAft>
                          <a:spcPts val="800"/>
                        </a:spcAft>
                      </a:pPr>
                      <a:r>
                        <a:rPr lang="es-ES" sz="1200" kern="100">
                          <a:effectLst/>
                        </a:rPr>
                        <a:t>Cantidad</a:t>
                      </a:r>
                      <a:endParaRPr lang="es-ES" sz="1200" kern="10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356265925"/>
                  </a:ext>
                </a:extLst>
              </a:tr>
              <a:tr h="0">
                <a:tc>
                  <a:txBody>
                    <a:bodyPr/>
                    <a:lstStyle/>
                    <a:p>
                      <a:pPr algn="just">
                        <a:lnSpc>
                          <a:spcPct val="115000"/>
                        </a:lnSpc>
                        <a:spcAft>
                          <a:spcPts val="800"/>
                        </a:spcAft>
                      </a:pPr>
                      <a:r>
                        <a:rPr lang="es-ES" sz="1200" kern="100" dirty="0" err="1">
                          <a:effectLst/>
                        </a:rPr>
                        <a:t>Codigo</a:t>
                      </a:r>
                      <a:endParaRPr lang="es-ES" sz="1200" kern="100" dirty="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645726971"/>
                  </a:ext>
                </a:extLst>
              </a:tr>
            </a:tbl>
          </a:graphicData>
        </a:graphic>
      </p:graphicFrame>
      <p:graphicFrame>
        <p:nvGraphicFramePr>
          <p:cNvPr id="12" name="Tabla 11">
            <a:extLst>
              <a:ext uri="{FF2B5EF4-FFF2-40B4-BE49-F238E27FC236}">
                <a16:creationId xmlns:a16="http://schemas.microsoft.com/office/drawing/2014/main" id="{1459B177-5466-A7B9-61FD-2FDB9B477AED}"/>
              </a:ext>
            </a:extLst>
          </p:cNvPr>
          <p:cNvGraphicFramePr>
            <a:graphicFrameLocks noGrp="1"/>
          </p:cNvGraphicFramePr>
          <p:nvPr>
            <p:extLst>
              <p:ext uri="{D42A27DB-BD31-4B8C-83A1-F6EECF244321}">
                <p14:modId xmlns:p14="http://schemas.microsoft.com/office/powerpoint/2010/main" val="2839167842"/>
              </p:ext>
            </p:extLst>
          </p:nvPr>
        </p:nvGraphicFramePr>
        <p:xfrm>
          <a:off x="6722963" y="5287135"/>
          <a:ext cx="1398905" cy="395098"/>
        </p:xfrm>
        <a:graphic>
          <a:graphicData uri="http://schemas.openxmlformats.org/drawingml/2006/table">
            <a:tbl>
              <a:tblPr firstRow="1" firstCol="1" bandRow="1">
                <a:tableStyleId>{16D9F66E-5EB9-4882-86FB-DCBF35E3C3E4}</a:tableStyleId>
              </a:tblPr>
              <a:tblGrid>
                <a:gridCol w="1398905">
                  <a:extLst>
                    <a:ext uri="{9D8B030D-6E8A-4147-A177-3AD203B41FA5}">
                      <a16:colId xmlns:a16="http://schemas.microsoft.com/office/drawing/2014/main" val="3576762827"/>
                    </a:ext>
                  </a:extLst>
                </a:gridCol>
              </a:tblGrid>
              <a:tr h="0">
                <a:tc>
                  <a:txBody>
                    <a:bodyPr/>
                    <a:lstStyle/>
                    <a:p>
                      <a:pPr algn="just">
                        <a:lnSpc>
                          <a:spcPct val="115000"/>
                        </a:lnSpc>
                        <a:spcAft>
                          <a:spcPts val="800"/>
                        </a:spcAft>
                      </a:pPr>
                      <a:r>
                        <a:rPr lang="es-ES" sz="1200" kern="100" dirty="0" err="1">
                          <a:effectLst/>
                        </a:rPr>
                        <a:t>IdVenta</a:t>
                      </a:r>
                      <a:endParaRPr lang="es-ES" sz="1200" kern="100" dirty="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466160455"/>
                  </a:ext>
                </a:extLst>
              </a:tr>
              <a:tr h="0">
                <a:tc>
                  <a:txBody>
                    <a:bodyPr/>
                    <a:lstStyle/>
                    <a:p>
                      <a:pPr algn="just">
                        <a:lnSpc>
                          <a:spcPct val="115000"/>
                        </a:lnSpc>
                        <a:spcAft>
                          <a:spcPts val="800"/>
                        </a:spcAft>
                      </a:pPr>
                      <a:r>
                        <a:rPr lang="es-ES" sz="1200" kern="100" dirty="0" err="1">
                          <a:effectLst/>
                        </a:rPr>
                        <a:t>FechaHora</a:t>
                      </a:r>
                      <a:endParaRPr lang="es-ES" sz="1200" kern="100" dirty="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97407926"/>
                  </a:ext>
                </a:extLst>
              </a:tr>
            </a:tbl>
          </a:graphicData>
        </a:graphic>
      </p:graphicFrame>
      <p:graphicFrame>
        <p:nvGraphicFramePr>
          <p:cNvPr id="13" name="Tabla 12">
            <a:extLst>
              <a:ext uri="{FF2B5EF4-FFF2-40B4-BE49-F238E27FC236}">
                <a16:creationId xmlns:a16="http://schemas.microsoft.com/office/drawing/2014/main" id="{5CE55219-6EFC-FFB3-96E6-155BAEAF8E3C}"/>
              </a:ext>
            </a:extLst>
          </p:cNvPr>
          <p:cNvGraphicFramePr>
            <a:graphicFrameLocks noGrp="1"/>
          </p:cNvGraphicFramePr>
          <p:nvPr>
            <p:extLst>
              <p:ext uri="{D42A27DB-BD31-4B8C-83A1-F6EECF244321}">
                <p14:modId xmlns:p14="http://schemas.microsoft.com/office/powerpoint/2010/main" val="1081252275"/>
              </p:ext>
            </p:extLst>
          </p:nvPr>
        </p:nvGraphicFramePr>
        <p:xfrm>
          <a:off x="9376902" y="5287135"/>
          <a:ext cx="1409065" cy="395098"/>
        </p:xfrm>
        <a:graphic>
          <a:graphicData uri="http://schemas.openxmlformats.org/drawingml/2006/table">
            <a:tbl>
              <a:tblPr firstRow="1" firstCol="1" bandRow="1">
                <a:tableStyleId>{16D9F66E-5EB9-4882-86FB-DCBF35E3C3E4}</a:tableStyleId>
              </a:tblPr>
              <a:tblGrid>
                <a:gridCol w="1409065">
                  <a:extLst>
                    <a:ext uri="{9D8B030D-6E8A-4147-A177-3AD203B41FA5}">
                      <a16:colId xmlns:a16="http://schemas.microsoft.com/office/drawing/2014/main" val="2626642271"/>
                    </a:ext>
                  </a:extLst>
                </a:gridCol>
              </a:tblGrid>
              <a:tr h="0">
                <a:tc>
                  <a:txBody>
                    <a:bodyPr/>
                    <a:lstStyle/>
                    <a:p>
                      <a:pPr algn="just">
                        <a:lnSpc>
                          <a:spcPct val="115000"/>
                        </a:lnSpc>
                        <a:spcAft>
                          <a:spcPts val="800"/>
                        </a:spcAft>
                      </a:pPr>
                      <a:r>
                        <a:rPr lang="es-ES" sz="1200" kern="100" dirty="0">
                          <a:effectLst/>
                        </a:rPr>
                        <a:t>Familia</a:t>
                      </a:r>
                      <a:endParaRPr lang="es-ES" sz="1200" kern="100" dirty="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71223299"/>
                  </a:ext>
                </a:extLst>
              </a:tr>
              <a:tr h="0">
                <a:tc>
                  <a:txBody>
                    <a:bodyPr/>
                    <a:lstStyle/>
                    <a:p>
                      <a:pPr algn="just">
                        <a:lnSpc>
                          <a:spcPct val="115000"/>
                        </a:lnSpc>
                        <a:spcAft>
                          <a:spcPts val="800"/>
                        </a:spcAft>
                      </a:pPr>
                      <a:r>
                        <a:rPr lang="es-ES" sz="1200" kern="100" dirty="0" err="1">
                          <a:effectLst/>
                        </a:rPr>
                        <a:t>IdFamilia</a:t>
                      </a:r>
                      <a:endParaRPr lang="es-ES" sz="1200" kern="100" dirty="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243701590"/>
                  </a:ext>
                </a:extLst>
              </a:tr>
            </a:tbl>
          </a:graphicData>
        </a:graphic>
      </p:graphicFrame>
      <p:cxnSp>
        <p:nvCxnSpPr>
          <p:cNvPr id="15" name="Conector recto de flecha 14">
            <a:extLst>
              <a:ext uri="{FF2B5EF4-FFF2-40B4-BE49-F238E27FC236}">
                <a16:creationId xmlns:a16="http://schemas.microsoft.com/office/drawing/2014/main" id="{8EF6650F-8A50-A1E0-3ED7-B64CBDAE37D7}"/>
              </a:ext>
            </a:extLst>
          </p:cNvPr>
          <p:cNvCxnSpPr>
            <a:cxnSpLocks/>
            <a:stCxn id="11" idx="2"/>
            <a:endCxn id="12" idx="0"/>
          </p:cNvCxnSpPr>
          <p:nvPr/>
        </p:nvCxnSpPr>
        <p:spPr>
          <a:xfrm flipH="1">
            <a:off x="7422415" y="4593497"/>
            <a:ext cx="5080" cy="693638"/>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17" name="Conector recto de flecha 16">
            <a:extLst>
              <a:ext uri="{FF2B5EF4-FFF2-40B4-BE49-F238E27FC236}">
                <a16:creationId xmlns:a16="http://schemas.microsoft.com/office/drawing/2014/main" id="{E7A8B36C-21BA-A8A7-D38F-8A49DF328A3E}"/>
              </a:ext>
            </a:extLst>
          </p:cNvPr>
          <p:cNvCxnSpPr>
            <a:cxnSpLocks/>
            <a:stCxn id="8" idx="2"/>
            <a:endCxn id="13" idx="0"/>
          </p:cNvCxnSpPr>
          <p:nvPr/>
        </p:nvCxnSpPr>
        <p:spPr>
          <a:xfrm flipH="1">
            <a:off x="10081434" y="4888995"/>
            <a:ext cx="1" cy="39814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22" name="Conector angular 21">
            <a:extLst>
              <a:ext uri="{FF2B5EF4-FFF2-40B4-BE49-F238E27FC236}">
                <a16:creationId xmlns:a16="http://schemas.microsoft.com/office/drawing/2014/main" id="{979B34FE-46BC-3368-DEB1-49BF4089A5C4}"/>
              </a:ext>
            </a:extLst>
          </p:cNvPr>
          <p:cNvCxnSpPr/>
          <p:nvPr/>
        </p:nvCxnSpPr>
        <p:spPr>
          <a:xfrm flipV="1">
            <a:off x="8121868" y="3803301"/>
            <a:ext cx="1119430" cy="710947"/>
          </a:xfrm>
          <a:prstGeom prst="bentConnector3">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3074" name="Picture 2" descr="Portal CNE APP">
            <a:extLst>
              <a:ext uri="{FF2B5EF4-FFF2-40B4-BE49-F238E27FC236}">
                <a16:creationId xmlns:a16="http://schemas.microsoft.com/office/drawing/2014/main" id="{609F22A8-FED6-6A47-E9A6-43F9CCA727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105" y="2761088"/>
            <a:ext cx="1358743" cy="662528"/>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SQL Server Tutorial – The Practical SQL Server Tutorial, 59% OFF">
            <a:extLst>
              <a:ext uri="{FF2B5EF4-FFF2-40B4-BE49-F238E27FC236}">
                <a16:creationId xmlns:a16="http://schemas.microsoft.com/office/drawing/2014/main" id="{DFFB82CD-DFFC-16F1-B0D4-3F1A746DD4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073" y="2372650"/>
            <a:ext cx="2302127" cy="1086604"/>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descr="Logotipo&#10;&#10;Descripción generada automáticamente">
            <a:extLst>
              <a:ext uri="{FF2B5EF4-FFF2-40B4-BE49-F238E27FC236}">
                <a16:creationId xmlns:a16="http://schemas.microsoft.com/office/drawing/2014/main" id="{715863DB-D49E-CB60-65B6-A068E2B41E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4484" y="-276362"/>
            <a:ext cx="2461044" cy="1739882"/>
          </a:xfrm>
          <a:prstGeom prst="rect">
            <a:avLst/>
          </a:prstGeom>
        </p:spPr>
      </p:pic>
    </p:spTree>
    <p:extLst>
      <p:ext uri="{BB962C8B-B14F-4D97-AF65-F5344CB8AC3E}">
        <p14:creationId xmlns:p14="http://schemas.microsoft.com/office/powerpoint/2010/main" val="2177621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Marcador de contenido 2">
            <a:extLst>
              <a:ext uri="{FF2B5EF4-FFF2-40B4-BE49-F238E27FC236}">
                <a16:creationId xmlns:a16="http://schemas.microsoft.com/office/drawing/2014/main" id="{F24AF87D-6C1F-5828-8941-5ED3A62C5934}"/>
              </a:ext>
            </a:extLst>
          </p:cNvPr>
          <p:cNvGraphicFramePr>
            <a:graphicFrameLocks noGrp="1"/>
          </p:cNvGraphicFramePr>
          <p:nvPr>
            <p:ph idx="1"/>
            <p:extLst>
              <p:ext uri="{D42A27DB-BD31-4B8C-83A1-F6EECF244321}">
                <p14:modId xmlns:p14="http://schemas.microsoft.com/office/powerpoint/2010/main" val="2109355078"/>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n 3" descr="Logotipo&#10;&#10;Descripción generada automáticamente">
            <a:extLst>
              <a:ext uri="{FF2B5EF4-FFF2-40B4-BE49-F238E27FC236}">
                <a16:creationId xmlns:a16="http://schemas.microsoft.com/office/drawing/2014/main" id="{227B325F-E6CD-1379-3FEC-B3E95370897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14484" y="-507001"/>
            <a:ext cx="2461044" cy="1739882"/>
          </a:xfrm>
          <a:prstGeom prst="rect">
            <a:avLst/>
          </a:prstGeom>
        </p:spPr>
      </p:pic>
      <p:sp>
        <p:nvSpPr>
          <p:cNvPr id="8" name="Título 1">
            <a:extLst>
              <a:ext uri="{FF2B5EF4-FFF2-40B4-BE49-F238E27FC236}">
                <a16:creationId xmlns:a16="http://schemas.microsoft.com/office/drawing/2014/main" id="{14F5F2B3-02C5-7312-9A0F-7D796E38C131}"/>
              </a:ext>
            </a:extLst>
          </p:cNvPr>
          <p:cNvSpPr txBox="1">
            <a:spLocks/>
          </p:cNvSpPr>
          <p:nvPr/>
        </p:nvSpPr>
        <p:spPr>
          <a:xfrm>
            <a:off x="1105941" y="448536"/>
            <a:ext cx="10506456" cy="101498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r>
              <a:rPr lang="es-ES"/>
              <a:t>Desarrollo de la solución</a:t>
            </a:r>
            <a:endParaRPr lang="es-ES" dirty="0"/>
          </a:p>
        </p:txBody>
      </p:sp>
    </p:spTree>
    <p:extLst>
      <p:ext uri="{BB962C8B-B14F-4D97-AF65-F5344CB8AC3E}">
        <p14:creationId xmlns:p14="http://schemas.microsoft.com/office/powerpoint/2010/main" val="2449188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18A722-489E-096D-496D-697189DF3B2D}"/>
              </a:ext>
            </a:extLst>
          </p:cNvPr>
          <p:cNvSpPr>
            <a:spLocks noGrp="1"/>
          </p:cNvSpPr>
          <p:nvPr>
            <p:ph type="title"/>
          </p:nvPr>
        </p:nvSpPr>
        <p:spPr/>
        <p:txBody>
          <a:bodyPr>
            <a:normAutofit fontScale="90000"/>
          </a:bodyPr>
          <a:lstStyle/>
          <a:p>
            <a:r>
              <a:rPr lang="es-ES" dirty="0"/>
              <a:t>Selección de los productos relacionados con la pandemia</a:t>
            </a:r>
          </a:p>
        </p:txBody>
      </p:sp>
      <p:pic>
        <p:nvPicPr>
          <p:cNvPr id="6" name="Marcador de contenido 5" descr="Gráfico, Histograma&#10;&#10;Descripción generada automáticamente">
            <a:extLst>
              <a:ext uri="{FF2B5EF4-FFF2-40B4-BE49-F238E27FC236}">
                <a16:creationId xmlns:a16="http://schemas.microsoft.com/office/drawing/2014/main" id="{36E52932-0719-B812-0594-1E75817D8AD8}"/>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085785" y="2319690"/>
            <a:ext cx="4485758" cy="2319689"/>
          </a:xfrm>
          <a:prstGeom prst="rect">
            <a:avLst/>
          </a:prstGeom>
        </p:spPr>
      </p:pic>
      <p:pic>
        <p:nvPicPr>
          <p:cNvPr id="7" name="Imagen 6" descr="Gráfico, Histograma&#10;&#10;Descripción generada automáticamente">
            <a:extLst>
              <a:ext uri="{FF2B5EF4-FFF2-40B4-BE49-F238E27FC236}">
                <a16:creationId xmlns:a16="http://schemas.microsoft.com/office/drawing/2014/main" id="{C4B7AFCF-E9D1-D090-92FB-6B18C6B91A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88475" y="2308482"/>
            <a:ext cx="4493963" cy="2680636"/>
          </a:xfrm>
          <a:prstGeom prst="rect">
            <a:avLst/>
          </a:prstGeom>
        </p:spPr>
      </p:pic>
      <p:cxnSp>
        <p:nvCxnSpPr>
          <p:cNvPr id="9" name="Conector recto 8">
            <a:extLst>
              <a:ext uri="{FF2B5EF4-FFF2-40B4-BE49-F238E27FC236}">
                <a16:creationId xmlns:a16="http://schemas.microsoft.com/office/drawing/2014/main" id="{EC9A12E2-33D9-B953-7F92-6B571BB3E190}"/>
              </a:ext>
            </a:extLst>
          </p:cNvPr>
          <p:cNvCxnSpPr>
            <a:cxnSpLocks/>
          </p:cNvCxnSpPr>
          <p:nvPr/>
        </p:nvCxnSpPr>
        <p:spPr>
          <a:xfrm>
            <a:off x="8438644" y="2272990"/>
            <a:ext cx="0" cy="252891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aphicFrame>
        <p:nvGraphicFramePr>
          <p:cNvPr id="12" name="Tabla 11">
            <a:extLst>
              <a:ext uri="{FF2B5EF4-FFF2-40B4-BE49-F238E27FC236}">
                <a16:creationId xmlns:a16="http://schemas.microsoft.com/office/drawing/2014/main" id="{253F8462-F86B-FA66-98C4-70403A410883}"/>
              </a:ext>
            </a:extLst>
          </p:cNvPr>
          <p:cNvGraphicFramePr>
            <a:graphicFrameLocks noGrp="1"/>
          </p:cNvGraphicFramePr>
          <p:nvPr>
            <p:extLst>
              <p:ext uri="{D42A27DB-BD31-4B8C-83A1-F6EECF244321}">
                <p14:modId xmlns:p14="http://schemas.microsoft.com/office/powerpoint/2010/main" val="2480932027"/>
              </p:ext>
            </p:extLst>
          </p:nvPr>
        </p:nvGraphicFramePr>
        <p:xfrm>
          <a:off x="3899699" y="5065640"/>
          <a:ext cx="4599866" cy="1567184"/>
        </p:xfrm>
        <a:graphic>
          <a:graphicData uri="http://schemas.openxmlformats.org/drawingml/2006/table">
            <a:tbl>
              <a:tblPr firstRow="1" firstCol="1" bandRow="1">
                <a:tableStyleId>{16D9F66E-5EB9-4882-86FB-DCBF35E3C3E4}</a:tableStyleId>
              </a:tblPr>
              <a:tblGrid>
                <a:gridCol w="2299933">
                  <a:extLst>
                    <a:ext uri="{9D8B030D-6E8A-4147-A177-3AD203B41FA5}">
                      <a16:colId xmlns:a16="http://schemas.microsoft.com/office/drawing/2014/main" val="3954070636"/>
                    </a:ext>
                  </a:extLst>
                </a:gridCol>
                <a:gridCol w="2299933">
                  <a:extLst>
                    <a:ext uri="{9D8B030D-6E8A-4147-A177-3AD203B41FA5}">
                      <a16:colId xmlns:a16="http://schemas.microsoft.com/office/drawing/2014/main" val="1197479823"/>
                    </a:ext>
                  </a:extLst>
                </a:gridCol>
              </a:tblGrid>
              <a:tr h="180637">
                <a:tc gridSpan="2">
                  <a:txBody>
                    <a:bodyPr/>
                    <a:lstStyle/>
                    <a:p>
                      <a:pPr algn="ctr">
                        <a:lnSpc>
                          <a:spcPct val="115000"/>
                        </a:lnSpc>
                        <a:spcAft>
                          <a:spcPts val="800"/>
                        </a:spcAft>
                      </a:pPr>
                      <a:r>
                        <a:rPr lang="es-ES" sz="1200" b="1" kern="100" dirty="0">
                          <a:ln>
                            <a:noFill/>
                          </a:ln>
                          <a:solidFill>
                            <a:schemeClr val="tx1"/>
                          </a:solidFill>
                          <a:effectLst/>
                          <a:latin typeface="+mn-lt"/>
                          <a:ea typeface="SimSun" panose="02010600030101010101" pitchFamily="2" charset="-122"/>
                          <a:cs typeface="Arial" panose="020B0604020202020204" pitchFamily="34" charset="0"/>
                        </a:rPr>
                        <a:t>PRODUCTOS SELECCIONADOS</a:t>
                      </a:r>
                    </a:p>
                  </a:txBody>
                  <a:tcPr marL="68580" marR="68580" marT="0" marB="0"/>
                </a:tc>
                <a:tc hMerge="1">
                  <a:txBody>
                    <a:bodyPr/>
                    <a:lstStyle/>
                    <a:p>
                      <a:pPr algn="just">
                        <a:lnSpc>
                          <a:spcPct val="115000"/>
                        </a:lnSpc>
                        <a:spcAft>
                          <a:spcPts val="800"/>
                        </a:spcAft>
                      </a:pPr>
                      <a:endParaRPr lang="es-ES" sz="1200" b="1" kern="100" dirty="0">
                        <a:ln>
                          <a:noFill/>
                        </a:ln>
                        <a:solidFill>
                          <a:schemeClr val="tx1"/>
                        </a:solidFill>
                        <a:effectLst/>
                        <a:latin typeface="+mn-lt"/>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717258810"/>
                  </a:ext>
                </a:extLst>
              </a:tr>
              <a:tr h="180637">
                <a:tc>
                  <a:txBody>
                    <a:bodyPr/>
                    <a:lstStyle/>
                    <a:p>
                      <a:pPr algn="just">
                        <a:lnSpc>
                          <a:spcPct val="115000"/>
                        </a:lnSpc>
                        <a:spcAft>
                          <a:spcPts val="800"/>
                        </a:spcAft>
                      </a:pPr>
                      <a:r>
                        <a:rPr lang="es-ES" sz="1200" b="1" kern="100" dirty="0">
                          <a:ln>
                            <a:noFill/>
                          </a:ln>
                          <a:solidFill>
                            <a:schemeClr val="tx1"/>
                          </a:solidFill>
                          <a:effectLst/>
                          <a:latin typeface="+mn-lt"/>
                        </a:rPr>
                        <a:t>Alcohol desinfectante</a:t>
                      </a:r>
                      <a:endParaRPr lang="es-ES" sz="1200" b="1" kern="100" dirty="0">
                        <a:ln>
                          <a:noFill/>
                        </a:ln>
                        <a:solidFill>
                          <a:schemeClr val="tx1"/>
                        </a:solidFill>
                        <a:effectLst/>
                        <a:latin typeface="+mn-lt"/>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b="1" kern="100" dirty="0" err="1">
                          <a:ln>
                            <a:noFill/>
                          </a:ln>
                          <a:solidFill>
                            <a:schemeClr val="tx1"/>
                          </a:solidFill>
                          <a:effectLst/>
                          <a:latin typeface="+mn-lt"/>
                          <a:ea typeface="SimSun" panose="02010600030101010101" pitchFamily="2" charset="-122"/>
                          <a:cs typeface="Arial" panose="020B0604020202020204" pitchFamily="34" charset="0"/>
                        </a:rPr>
                        <a:t>Gelocatil</a:t>
                      </a:r>
                      <a:endParaRPr lang="es-ES" sz="1200" b="1" kern="100" dirty="0">
                        <a:ln>
                          <a:noFill/>
                        </a:ln>
                        <a:solidFill>
                          <a:schemeClr val="tx1"/>
                        </a:solidFill>
                        <a:effectLst/>
                        <a:latin typeface="+mn-lt"/>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4193372213"/>
                  </a:ext>
                </a:extLst>
              </a:tr>
              <a:tr h="180637">
                <a:tc>
                  <a:txBody>
                    <a:bodyPr/>
                    <a:lstStyle/>
                    <a:p>
                      <a:pPr algn="just">
                        <a:lnSpc>
                          <a:spcPct val="115000"/>
                        </a:lnSpc>
                        <a:spcAft>
                          <a:spcPts val="800"/>
                        </a:spcAft>
                      </a:pPr>
                      <a:r>
                        <a:rPr lang="es-ES" sz="1200" b="1" kern="100">
                          <a:ln>
                            <a:noFill/>
                          </a:ln>
                          <a:solidFill>
                            <a:schemeClr val="tx1"/>
                          </a:solidFill>
                          <a:effectLst/>
                          <a:latin typeface="+mn-lt"/>
                        </a:rPr>
                        <a:t>Apiretal</a:t>
                      </a:r>
                      <a:endParaRPr lang="es-ES" sz="1200" b="1" kern="100">
                        <a:ln>
                          <a:noFill/>
                        </a:ln>
                        <a:solidFill>
                          <a:schemeClr val="tx1"/>
                        </a:solidFill>
                        <a:effectLst/>
                        <a:latin typeface="+mn-lt"/>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b="1" kern="100" dirty="0">
                          <a:ln>
                            <a:noFill/>
                          </a:ln>
                          <a:solidFill>
                            <a:schemeClr val="tx1"/>
                          </a:solidFill>
                          <a:effectLst/>
                          <a:latin typeface="+mn-lt"/>
                          <a:ea typeface="SimSun" panose="02010600030101010101" pitchFamily="2" charset="-122"/>
                          <a:cs typeface="Arial" panose="020B0604020202020204" pitchFamily="34" charset="0"/>
                        </a:rPr>
                        <a:t>Ibuprofeno</a:t>
                      </a:r>
                    </a:p>
                  </a:txBody>
                  <a:tcPr marL="68580" marR="68580" marT="0" marB="0"/>
                </a:tc>
                <a:extLst>
                  <a:ext uri="{0D108BD9-81ED-4DB2-BD59-A6C34878D82A}">
                    <a16:rowId xmlns:a16="http://schemas.microsoft.com/office/drawing/2014/main" val="280338383"/>
                  </a:ext>
                </a:extLst>
              </a:tr>
              <a:tr h="180637">
                <a:tc>
                  <a:txBody>
                    <a:bodyPr/>
                    <a:lstStyle/>
                    <a:p>
                      <a:pPr algn="just">
                        <a:lnSpc>
                          <a:spcPct val="115000"/>
                        </a:lnSpc>
                        <a:spcAft>
                          <a:spcPts val="800"/>
                        </a:spcAft>
                      </a:pPr>
                      <a:r>
                        <a:rPr lang="es-ES" sz="1200" b="1" kern="100" dirty="0" err="1">
                          <a:ln>
                            <a:noFill/>
                          </a:ln>
                          <a:solidFill>
                            <a:schemeClr val="tx1"/>
                          </a:solidFill>
                          <a:effectLst/>
                          <a:latin typeface="+mn-lt"/>
                        </a:rPr>
                        <a:t>Dalsy</a:t>
                      </a:r>
                      <a:endParaRPr lang="es-ES" sz="1200" b="1" kern="100" dirty="0">
                        <a:ln>
                          <a:noFill/>
                        </a:ln>
                        <a:solidFill>
                          <a:schemeClr val="tx1"/>
                        </a:solidFill>
                        <a:effectLst/>
                        <a:latin typeface="+mn-lt"/>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b="1" kern="100" dirty="0">
                          <a:ln>
                            <a:noFill/>
                          </a:ln>
                          <a:solidFill>
                            <a:schemeClr val="tx1"/>
                          </a:solidFill>
                          <a:effectLst/>
                          <a:latin typeface="+mn-lt"/>
                        </a:rPr>
                        <a:t>Mascarilla</a:t>
                      </a:r>
                      <a:endParaRPr lang="es-ES" sz="1200" b="1" kern="100" dirty="0">
                        <a:ln>
                          <a:noFill/>
                        </a:ln>
                        <a:solidFill>
                          <a:schemeClr val="tx1"/>
                        </a:solidFill>
                        <a:effectLst/>
                        <a:latin typeface="+mn-lt"/>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853190849"/>
                  </a:ext>
                </a:extLst>
              </a:tr>
              <a:tr h="180637">
                <a:tc>
                  <a:txBody>
                    <a:bodyPr/>
                    <a:lstStyle/>
                    <a:p>
                      <a:pPr algn="just">
                        <a:lnSpc>
                          <a:spcPct val="115000"/>
                        </a:lnSpc>
                        <a:spcAft>
                          <a:spcPts val="800"/>
                        </a:spcAft>
                      </a:pPr>
                      <a:r>
                        <a:rPr lang="es-ES" sz="1200" b="1" kern="100" dirty="0" err="1">
                          <a:ln>
                            <a:noFill/>
                          </a:ln>
                          <a:solidFill>
                            <a:schemeClr val="tx1"/>
                          </a:solidFill>
                          <a:effectLst/>
                          <a:latin typeface="+mn-lt"/>
                        </a:rPr>
                        <a:t>Enantyum</a:t>
                      </a:r>
                      <a:endParaRPr lang="es-ES" sz="1200" b="1" kern="100" dirty="0">
                        <a:ln>
                          <a:noFill/>
                        </a:ln>
                        <a:solidFill>
                          <a:schemeClr val="tx1"/>
                        </a:solidFill>
                        <a:effectLst/>
                        <a:latin typeface="+mn-lt"/>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b="1" kern="100">
                          <a:ln>
                            <a:noFill/>
                          </a:ln>
                          <a:solidFill>
                            <a:schemeClr val="tx1"/>
                          </a:solidFill>
                          <a:effectLst/>
                          <a:latin typeface="+mn-lt"/>
                        </a:rPr>
                        <a:t>Nolotil</a:t>
                      </a:r>
                      <a:endParaRPr lang="es-ES" sz="1200" b="1" kern="100">
                        <a:ln>
                          <a:noFill/>
                        </a:ln>
                        <a:solidFill>
                          <a:schemeClr val="tx1"/>
                        </a:solidFill>
                        <a:effectLst/>
                        <a:latin typeface="+mn-lt"/>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833899114"/>
                  </a:ext>
                </a:extLst>
              </a:tr>
              <a:tr h="180637">
                <a:tc>
                  <a:txBody>
                    <a:bodyPr/>
                    <a:lstStyle/>
                    <a:p>
                      <a:pPr algn="just">
                        <a:lnSpc>
                          <a:spcPct val="115000"/>
                        </a:lnSpc>
                        <a:spcAft>
                          <a:spcPts val="800"/>
                        </a:spcAft>
                      </a:pPr>
                      <a:r>
                        <a:rPr lang="es-ES" sz="1200" b="1" kern="100" dirty="0" err="1">
                          <a:ln>
                            <a:noFill/>
                          </a:ln>
                          <a:solidFill>
                            <a:schemeClr val="tx1"/>
                          </a:solidFill>
                          <a:effectLst/>
                          <a:latin typeface="+mn-lt"/>
                        </a:rPr>
                        <a:t>Espidiol</a:t>
                      </a:r>
                      <a:endParaRPr lang="es-ES" sz="1200" b="1" kern="100" dirty="0">
                        <a:ln>
                          <a:noFill/>
                        </a:ln>
                        <a:solidFill>
                          <a:schemeClr val="tx1"/>
                        </a:solidFill>
                        <a:effectLst/>
                        <a:latin typeface="+mn-lt"/>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b="1" kern="100">
                          <a:ln>
                            <a:noFill/>
                          </a:ln>
                          <a:solidFill>
                            <a:schemeClr val="tx1"/>
                          </a:solidFill>
                          <a:effectLst/>
                          <a:latin typeface="+mn-lt"/>
                        </a:rPr>
                        <a:t>Orfidal</a:t>
                      </a:r>
                      <a:endParaRPr lang="es-ES" sz="1200" b="1" kern="100">
                        <a:ln>
                          <a:noFill/>
                        </a:ln>
                        <a:solidFill>
                          <a:schemeClr val="tx1"/>
                        </a:solidFill>
                        <a:effectLst/>
                        <a:latin typeface="+mn-lt"/>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586832471"/>
                  </a:ext>
                </a:extLst>
              </a:tr>
              <a:tr h="180637">
                <a:tc>
                  <a:txBody>
                    <a:bodyPr/>
                    <a:lstStyle/>
                    <a:p>
                      <a:pPr algn="just">
                        <a:lnSpc>
                          <a:spcPct val="115000"/>
                        </a:lnSpc>
                        <a:spcAft>
                          <a:spcPts val="800"/>
                        </a:spcAft>
                      </a:pPr>
                      <a:r>
                        <a:rPr lang="es-ES" sz="1200" b="1" kern="100" dirty="0" err="1">
                          <a:ln>
                            <a:noFill/>
                          </a:ln>
                          <a:solidFill>
                            <a:schemeClr val="tx1"/>
                          </a:solidFill>
                          <a:effectLst/>
                          <a:latin typeface="+mn-lt"/>
                        </a:rPr>
                        <a:t>Fluimucil</a:t>
                      </a:r>
                      <a:endParaRPr lang="es-ES" sz="1200" b="1" kern="100" dirty="0">
                        <a:ln>
                          <a:noFill/>
                        </a:ln>
                        <a:solidFill>
                          <a:schemeClr val="tx1"/>
                        </a:solidFill>
                        <a:effectLst/>
                        <a:latin typeface="+mn-lt"/>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b="1" kern="100">
                          <a:ln>
                            <a:noFill/>
                          </a:ln>
                          <a:solidFill>
                            <a:schemeClr val="tx1"/>
                          </a:solidFill>
                          <a:effectLst/>
                          <a:latin typeface="+mn-lt"/>
                        </a:rPr>
                        <a:t>Paracetamol</a:t>
                      </a:r>
                      <a:endParaRPr lang="es-ES" sz="1200" b="1" kern="100">
                        <a:ln>
                          <a:noFill/>
                        </a:ln>
                        <a:solidFill>
                          <a:schemeClr val="tx1"/>
                        </a:solidFill>
                        <a:effectLst/>
                        <a:latin typeface="+mn-lt"/>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869226690"/>
                  </a:ext>
                </a:extLst>
              </a:tr>
              <a:tr h="180637">
                <a:tc>
                  <a:txBody>
                    <a:bodyPr/>
                    <a:lstStyle/>
                    <a:p>
                      <a:pPr algn="just">
                        <a:lnSpc>
                          <a:spcPct val="115000"/>
                        </a:lnSpc>
                        <a:spcAft>
                          <a:spcPts val="800"/>
                        </a:spcAft>
                      </a:pPr>
                      <a:r>
                        <a:rPr lang="es-ES" sz="1200" b="1" kern="100" dirty="0" err="1">
                          <a:ln>
                            <a:noFill/>
                          </a:ln>
                          <a:solidFill>
                            <a:schemeClr val="tx1"/>
                          </a:solidFill>
                          <a:effectLst/>
                          <a:latin typeface="+mn-lt"/>
                        </a:rPr>
                        <a:t>Frenadol</a:t>
                      </a:r>
                      <a:endParaRPr lang="es-ES" sz="1200" b="1" kern="100" dirty="0">
                        <a:ln>
                          <a:noFill/>
                        </a:ln>
                        <a:solidFill>
                          <a:schemeClr val="tx1"/>
                        </a:solidFill>
                        <a:effectLst/>
                        <a:latin typeface="+mn-lt"/>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b="1" kern="100" dirty="0">
                          <a:ln>
                            <a:noFill/>
                          </a:ln>
                          <a:solidFill>
                            <a:schemeClr val="tx1"/>
                          </a:solidFill>
                          <a:effectLst/>
                          <a:latin typeface="+mn-lt"/>
                        </a:rPr>
                        <a:t>Test Antígenos</a:t>
                      </a:r>
                      <a:endParaRPr lang="es-ES" sz="1200" b="1" kern="100" dirty="0">
                        <a:ln>
                          <a:noFill/>
                        </a:ln>
                        <a:solidFill>
                          <a:schemeClr val="tx1"/>
                        </a:solidFill>
                        <a:effectLst/>
                        <a:latin typeface="+mn-lt"/>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932491912"/>
                  </a:ext>
                </a:extLst>
              </a:tr>
            </a:tbl>
          </a:graphicData>
        </a:graphic>
      </p:graphicFrame>
      <p:pic>
        <p:nvPicPr>
          <p:cNvPr id="3" name="Imagen 2" descr="Logotipo&#10;&#10;Descripción generada automáticamente">
            <a:extLst>
              <a:ext uri="{FF2B5EF4-FFF2-40B4-BE49-F238E27FC236}">
                <a16:creationId xmlns:a16="http://schemas.microsoft.com/office/drawing/2014/main" id="{1D90AA61-3FBA-6011-CCBB-48DF07B0D0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4484" y="-276362"/>
            <a:ext cx="2461044" cy="1739882"/>
          </a:xfrm>
          <a:prstGeom prst="rect">
            <a:avLst/>
          </a:prstGeom>
        </p:spPr>
      </p:pic>
    </p:spTree>
    <p:extLst>
      <p:ext uri="{BB962C8B-B14F-4D97-AF65-F5344CB8AC3E}">
        <p14:creationId xmlns:p14="http://schemas.microsoft.com/office/powerpoint/2010/main" val="1360135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Marcador de contenido 2">
            <a:extLst>
              <a:ext uri="{FF2B5EF4-FFF2-40B4-BE49-F238E27FC236}">
                <a16:creationId xmlns:a16="http://schemas.microsoft.com/office/drawing/2014/main" id="{F24AF87D-6C1F-5828-8941-5ED3A62C5934}"/>
              </a:ext>
            </a:extLst>
          </p:cNvPr>
          <p:cNvGraphicFramePr>
            <a:graphicFrameLocks noGrp="1"/>
          </p:cNvGraphicFramePr>
          <p:nvPr>
            <p:ph idx="1"/>
            <p:extLst>
              <p:ext uri="{D42A27DB-BD31-4B8C-83A1-F6EECF244321}">
                <p14:modId xmlns:p14="http://schemas.microsoft.com/office/powerpoint/2010/main" val="2553788184"/>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n 3" descr="Logotipo&#10;&#10;Descripción generada automáticamente">
            <a:extLst>
              <a:ext uri="{FF2B5EF4-FFF2-40B4-BE49-F238E27FC236}">
                <a16:creationId xmlns:a16="http://schemas.microsoft.com/office/drawing/2014/main" id="{842ABE81-A421-C7A9-43FB-132FD109A50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14484" y="-507001"/>
            <a:ext cx="2461044" cy="1739882"/>
          </a:xfrm>
          <a:prstGeom prst="rect">
            <a:avLst/>
          </a:prstGeom>
        </p:spPr>
      </p:pic>
      <p:sp>
        <p:nvSpPr>
          <p:cNvPr id="8" name="Título 1">
            <a:extLst>
              <a:ext uri="{FF2B5EF4-FFF2-40B4-BE49-F238E27FC236}">
                <a16:creationId xmlns:a16="http://schemas.microsoft.com/office/drawing/2014/main" id="{5B2B59E1-D42F-58CB-9309-E8E244CE58C1}"/>
              </a:ext>
            </a:extLst>
          </p:cNvPr>
          <p:cNvSpPr>
            <a:spLocks noGrp="1"/>
          </p:cNvSpPr>
          <p:nvPr>
            <p:ph type="title"/>
          </p:nvPr>
        </p:nvSpPr>
        <p:spPr>
          <a:xfrm>
            <a:off x="1105941" y="448536"/>
            <a:ext cx="10506456" cy="1014984"/>
          </a:xfrm>
        </p:spPr>
        <p:txBody>
          <a:bodyPr anchor="b">
            <a:normAutofit/>
          </a:bodyPr>
          <a:lstStyle/>
          <a:p>
            <a:r>
              <a:rPr lang="es-ES" dirty="0"/>
              <a:t>Desarrollo de la solución</a:t>
            </a:r>
          </a:p>
        </p:txBody>
      </p:sp>
    </p:spTree>
    <p:extLst>
      <p:ext uri="{BB962C8B-B14F-4D97-AF65-F5344CB8AC3E}">
        <p14:creationId xmlns:p14="http://schemas.microsoft.com/office/powerpoint/2010/main" val="1956295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18A722-489E-096D-496D-697189DF3B2D}"/>
              </a:ext>
            </a:extLst>
          </p:cNvPr>
          <p:cNvSpPr>
            <a:spLocks noGrp="1"/>
          </p:cNvSpPr>
          <p:nvPr>
            <p:ph type="title"/>
          </p:nvPr>
        </p:nvSpPr>
        <p:spPr/>
        <p:txBody>
          <a:bodyPr>
            <a:normAutofit fontScale="90000"/>
          </a:bodyPr>
          <a:lstStyle/>
          <a:p>
            <a:r>
              <a:rPr lang="es-ES" dirty="0"/>
              <a:t>Simulación de una nueva pandemia con modelos de ecuaciones diferenciales</a:t>
            </a:r>
          </a:p>
        </p:txBody>
      </p:sp>
      <p:pic>
        <p:nvPicPr>
          <p:cNvPr id="5" name="Marcador de contenido 4" descr="Diagrama&#10;&#10;Descripción generada automáticamente">
            <a:extLst>
              <a:ext uri="{FF2B5EF4-FFF2-40B4-BE49-F238E27FC236}">
                <a16:creationId xmlns:a16="http://schemas.microsoft.com/office/drawing/2014/main" id="{29097E9B-FC9A-7DFF-6666-614909D964EA}"/>
              </a:ext>
            </a:extLst>
          </p:cNvPr>
          <p:cNvPicPr>
            <a:picLocks noGrp="1" noChangeAspect="1"/>
          </p:cNvPicPr>
          <p:nvPr>
            <p:ph idx="1"/>
          </p:nvPr>
        </p:nvPicPr>
        <p:blipFill>
          <a:blip r:embed="rId3"/>
          <a:stretch>
            <a:fillRect/>
          </a:stretch>
        </p:blipFill>
        <p:spPr>
          <a:xfrm>
            <a:off x="5205341" y="2711418"/>
            <a:ext cx="3183587" cy="2291731"/>
          </a:xfrm>
        </p:spPr>
      </p:pic>
      <p:pic>
        <p:nvPicPr>
          <p:cNvPr id="7" name="Imagen 6" descr="Imagen que contiene Texto&#10;&#10;Descripción generada automáticamente">
            <a:extLst>
              <a:ext uri="{FF2B5EF4-FFF2-40B4-BE49-F238E27FC236}">
                <a16:creationId xmlns:a16="http://schemas.microsoft.com/office/drawing/2014/main" id="{B23997D2-F3B4-E1DD-99E8-7CD01014B4B2}"/>
              </a:ext>
            </a:extLst>
          </p:cNvPr>
          <p:cNvPicPr>
            <a:picLocks noChangeAspect="1"/>
          </p:cNvPicPr>
          <p:nvPr/>
        </p:nvPicPr>
        <p:blipFill>
          <a:blip r:embed="rId4"/>
          <a:stretch>
            <a:fillRect/>
          </a:stretch>
        </p:blipFill>
        <p:spPr>
          <a:xfrm>
            <a:off x="8584457" y="2696098"/>
            <a:ext cx="2133486" cy="645249"/>
          </a:xfrm>
          <a:prstGeom prst="rect">
            <a:avLst/>
          </a:prstGeom>
        </p:spPr>
      </p:pic>
      <p:pic>
        <p:nvPicPr>
          <p:cNvPr id="9" name="Imagen 8" descr="Imagen que contiene Texto&#10;&#10;Descripción generada automáticamente">
            <a:extLst>
              <a:ext uri="{FF2B5EF4-FFF2-40B4-BE49-F238E27FC236}">
                <a16:creationId xmlns:a16="http://schemas.microsoft.com/office/drawing/2014/main" id="{9BCC358E-0B70-3AA4-5ECA-4DF4A7053D8B}"/>
              </a:ext>
            </a:extLst>
          </p:cNvPr>
          <p:cNvPicPr>
            <a:picLocks noChangeAspect="1"/>
          </p:cNvPicPr>
          <p:nvPr/>
        </p:nvPicPr>
        <p:blipFill>
          <a:blip r:embed="rId5"/>
          <a:stretch>
            <a:fillRect/>
          </a:stretch>
        </p:blipFill>
        <p:spPr>
          <a:xfrm>
            <a:off x="8610475" y="3429000"/>
            <a:ext cx="3132582" cy="634842"/>
          </a:xfrm>
          <a:prstGeom prst="rect">
            <a:avLst/>
          </a:prstGeom>
        </p:spPr>
      </p:pic>
      <p:pic>
        <p:nvPicPr>
          <p:cNvPr id="11" name="Imagen 10" descr="Texto&#10;&#10;Descripción generada automáticamente">
            <a:extLst>
              <a:ext uri="{FF2B5EF4-FFF2-40B4-BE49-F238E27FC236}">
                <a16:creationId xmlns:a16="http://schemas.microsoft.com/office/drawing/2014/main" id="{AC9B6E20-19CF-C5B5-BC28-17F66355BFC3}"/>
              </a:ext>
            </a:extLst>
          </p:cNvPr>
          <p:cNvPicPr>
            <a:picLocks noChangeAspect="1"/>
          </p:cNvPicPr>
          <p:nvPr/>
        </p:nvPicPr>
        <p:blipFill>
          <a:blip r:embed="rId6"/>
          <a:stretch>
            <a:fillRect/>
          </a:stretch>
        </p:blipFill>
        <p:spPr>
          <a:xfrm>
            <a:off x="8584457" y="4151495"/>
            <a:ext cx="1592309" cy="624435"/>
          </a:xfrm>
          <a:prstGeom prst="rect">
            <a:avLst/>
          </a:prstGeom>
        </p:spPr>
      </p:pic>
      <p:pic>
        <p:nvPicPr>
          <p:cNvPr id="13" name="Imagen 12" descr="Texto&#10;&#10;Descripción generada automáticamente">
            <a:extLst>
              <a:ext uri="{FF2B5EF4-FFF2-40B4-BE49-F238E27FC236}">
                <a16:creationId xmlns:a16="http://schemas.microsoft.com/office/drawing/2014/main" id="{8D423A73-1B58-98FB-F26F-B682C44F9581}"/>
              </a:ext>
            </a:extLst>
          </p:cNvPr>
          <p:cNvPicPr>
            <a:picLocks noChangeAspect="1"/>
          </p:cNvPicPr>
          <p:nvPr/>
        </p:nvPicPr>
        <p:blipFill>
          <a:blip r:embed="rId7"/>
          <a:stretch>
            <a:fillRect/>
          </a:stretch>
        </p:blipFill>
        <p:spPr>
          <a:xfrm>
            <a:off x="8566005" y="4781180"/>
            <a:ext cx="1602716" cy="572399"/>
          </a:xfrm>
          <a:prstGeom prst="rect">
            <a:avLst/>
          </a:prstGeom>
        </p:spPr>
      </p:pic>
      <p:pic>
        <p:nvPicPr>
          <p:cNvPr id="15" name="Imagen 14" descr="Imagen que contiene Forma&#10;&#10;Descripción generada automáticamente">
            <a:extLst>
              <a:ext uri="{FF2B5EF4-FFF2-40B4-BE49-F238E27FC236}">
                <a16:creationId xmlns:a16="http://schemas.microsoft.com/office/drawing/2014/main" id="{62ABD256-1F6E-793E-C9B6-C14E87CBCEF4}"/>
              </a:ext>
            </a:extLst>
          </p:cNvPr>
          <p:cNvPicPr>
            <a:picLocks noChangeAspect="1"/>
          </p:cNvPicPr>
          <p:nvPr/>
        </p:nvPicPr>
        <p:blipFill>
          <a:blip r:embed="rId8"/>
          <a:stretch>
            <a:fillRect/>
          </a:stretch>
        </p:blipFill>
        <p:spPr>
          <a:xfrm>
            <a:off x="5666094" y="4987436"/>
            <a:ext cx="1563991" cy="333886"/>
          </a:xfrm>
          <a:prstGeom prst="rect">
            <a:avLst/>
          </a:prstGeom>
        </p:spPr>
      </p:pic>
      <p:cxnSp>
        <p:nvCxnSpPr>
          <p:cNvPr id="17" name="Conector recto de flecha 16">
            <a:extLst>
              <a:ext uri="{FF2B5EF4-FFF2-40B4-BE49-F238E27FC236}">
                <a16:creationId xmlns:a16="http://schemas.microsoft.com/office/drawing/2014/main" id="{E2147F8A-641B-9B1A-1364-3E701EA583B0}"/>
              </a:ext>
            </a:extLst>
          </p:cNvPr>
          <p:cNvCxnSpPr>
            <a:cxnSpLocks/>
          </p:cNvCxnSpPr>
          <p:nvPr/>
        </p:nvCxnSpPr>
        <p:spPr>
          <a:xfrm>
            <a:off x="6113967" y="3873422"/>
            <a:ext cx="0" cy="1105912"/>
          </a:xfrm>
          <a:prstGeom prst="straightConnector1">
            <a:avLst/>
          </a:prstGeom>
          <a:ln>
            <a:solidFill>
              <a:schemeClr val="accent6"/>
            </a:solidFill>
            <a:tailEnd type="triangle"/>
          </a:ln>
        </p:spPr>
        <p:style>
          <a:lnRef idx="2">
            <a:schemeClr val="accent5"/>
          </a:lnRef>
          <a:fillRef idx="0">
            <a:schemeClr val="accent5"/>
          </a:fillRef>
          <a:effectRef idx="1">
            <a:schemeClr val="accent5"/>
          </a:effectRef>
          <a:fontRef idx="minor">
            <a:schemeClr val="tx1"/>
          </a:fontRef>
        </p:style>
      </p:cxnSp>
      <p:sp>
        <p:nvSpPr>
          <p:cNvPr id="18" name="Elipse 17">
            <a:extLst>
              <a:ext uri="{FF2B5EF4-FFF2-40B4-BE49-F238E27FC236}">
                <a16:creationId xmlns:a16="http://schemas.microsoft.com/office/drawing/2014/main" id="{C5F91561-918F-F998-C0B9-9C71101852BF}"/>
              </a:ext>
            </a:extLst>
          </p:cNvPr>
          <p:cNvSpPr/>
          <p:nvPr/>
        </p:nvSpPr>
        <p:spPr>
          <a:xfrm>
            <a:off x="6045848" y="3588998"/>
            <a:ext cx="123947" cy="287868"/>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Marcador de contenido 2">
            <a:extLst>
              <a:ext uri="{FF2B5EF4-FFF2-40B4-BE49-F238E27FC236}">
                <a16:creationId xmlns:a16="http://schemas.microsoft.com/office/drawing/2014/main" id="{62EA6DA9-7014-A2BE-7FA0-0B870490A594}"/>
              </a:ext>
            </a:extLst>
          </p:cNvPr>
          <p:cNvSpPr txBox="1">
            <a:spLocks/>
          </p:cNvSpPr>
          <p:nvPr/>
        </p:nvSpPr>
        <p:spPr>
          <a:xfrm>
            <a:off x="1115568" y="2789081"/>
            <a:ext cx="4032821" cy="1882220"/>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dirty="0"/>
              <a:t>Simplificaciones realizadas: </a:t>
            </a:r>
          </a:p>
          <a:p>
            <a:pPr algn="just"/>
            <a:r>
              <a:rPr lang="es-ES" dirty="0"/>
              <a:t>Determinar que el número de recuperados resulte ser la diferencia entre los infectados de día 0 y el sumatorio de defunciones hasta día 10.</a:t>
            </a:r>
          </a:p>
          <a:p>
            <a:r>
              <a:rPr lang="es-ES" dirty="0"/>
              <a:t>Considerar población constante para facilitar el número de susceptibles.</a:t>
            </a:r>
          </a:p>
        </p:txBody>
      </p:sp>
      <p:sp>
        <p:nvSpPr>
          <p:cNvPr id="3" name="Rectángulo redondeado 2">
            <a:extLst>
              <a:ext uri="{FF2B5EF4-FFF2-40B4-BE49-F238E27FC236}">
                <a16:creationId xmlns:a16="http://schemas.microsoft.com/office/drawing/2014/main" id="{0B3B4900-4FD6-E854-995F-E5347FB90A79}"/>
              </a:ext>
            </a:extLst>
          </p:cNvPr>
          <p:cNvSpPr/>
          <p:nvPr/>
        </p:nvSpPr>
        <p:spPr>
          <a:xfrm>
            <a:off x="1970443" y="5923829"/>
            <a:ext cx="2323070" cy="548640"/>
          </a:xfrm>
          <a:prstGeom prst="roundRect">
            <a:avLst/>
          </a:prstGeom>
          <a:solidFill>
            <a:schemeClr val="accent6">
              <a:lumMod val="40000"/>
              <a:lumOff val="60000"/>
            </a:schemeClr>
          </a:solid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APARTADO 5.3 </a:t>
            </a:r>
          </a:p>
        </p:txBody>
      </p:sp>
      <p:pic>
        <p:nvPicPr>
          <p:cNvPr id="4" name="Imagen 3" descr="Logotipo&#10;&#10;Descripción generada automáticamente">
            <a:extLst>
              <a:ext uri="{FF2B5EF4-FFF2-40B4-BE49-F238E27FC236}">
                <a16:creationId xmlns:a16="http://schemas.microsoft.com/office/drawing/2014/main" id="{8996C5C4-5053-3DF0-D96F-7691B603021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914484" y="-276362"/>
            <a:ext cx="2461044" cy="1739882"/>
          </a:xfrm>
          <a:prstGeom prst="rect">
            <a:avLst/>
          </a:prstGeom>
        </p:spPr>
      </p:pic>
    </p:spTree>
    <p:extLst>
      <p:ext uri="{BB962C8B-B14F-4D97-AF65-F5344CB8AC3E}">
        <p14:creationId xmlns:p14="http://schemas.microsoft.com/office/powerpoint/2010/main" val="2424957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18A722-489E-096D-496D-697189DF3B2D}"/>
              </a:ext>
            </a:extLst>
          </p:cNvPr>
          <p:cNvSpPr>
            <a:spLocks noGrp="1"/>
          </p:cNvSpPr>
          <p:nvPr>
            <p:ph type="title"/>
          </p:nvPr>
        </p:nvSpPr>
        <p:spPr/>
        <p:txBody>
          <a:bodyPr>
            <a:normAutofit fontScale="90000"/>
          </a:bodyPr>
          <a:lstStyle/>
          <a:p>
            <a:r>
              <a:rPr lang="es-ES" dirty="0"/>
              <a:t>Simulación de una nueva pandemia con modelos de ecuaciones diferenciales</a:t>
            </a:r>
          </a:p>
        </p:txBody>
      </p:sp>
      <p:pic>
        <p:nvPicPr>
          <p:cNvPr id="20" name="Marcador de contenido 19" descr="Gráfico, Gráfico de líneas&#10;&#10;Descripción generada automáticamente">
            <a:extLst>
              <a:ext uri="{FF2B5EF4-FFF2-40B4-BE49-F238E27FC236}">
                <a16:creationId xmlns:a16="http://schemas.microsoft.com/office/drawing/2014/main" id="{E5D0FFA5-C509-D22F-C935-CF679165896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39931" y="2608981"/>
            <a:ext cx="7213600" cy="3556000"/>
          </a:xfrm>
          <a:prstGeom prst="rect">
            <a:avLst/>
          </a:prstGeom>
        </p:spPr>
      </p:pic>
      <p:sp>
        <p:nvSpPr>
          <p:cNvPr id="21" name="Marcador de contenido 2">
            <a:extLst>
              <a:ext uri="{FF2B5EF4-FFF2-40B4-BE49-F238E27FC236}">
                <a16:creationId xmlns:a16="http://schemas.microsoft.com/office/drawing/2014/main" id="{86374789-F22E-EA8F-375C-8D86DC419F0A}"/>
              </a:ext>
            </a:extLst>
          </p:cNvPr>
          <p:cNvSpPr txBox="1">
            <a:spLocks/>
          </p:cNvSpPr>
          <p:nvPr/>
        </p:nvSpPr>
        <p:spPr>
          <a:xfrm>
            <a:off x="8931283" y="2683202"/>
            <a:ext cx="2352413" cy="878145"/>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vert="horz" lIns="91440" tIns="45720" rIns="91440" bIns="45720" rtlCol="0">
            <a:normAutofit fontScale="475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dirty="0"/>
              <a:t>OLA 1: R0 = 2, </a:t>
            </a:r>
            <a:r>
              <a:rPr lang="el-GR" b="0" i="0" u="none" strike="noStrike" dirty="0">
                <a:effectLst/>
                <a:highlight>
                  <a:srgbClr val="FFFFFF"/>
                </a:highlight>
              </a:rPr>
              <a:t>μ</a:t>
            </a:r>
            <a:r>
              <a:rPr lang="es-ES" dirty="0"/>
              <a:t> = 0.005</a:t>
            </a:r>
          </a:p>
          <a:p>
            <a:pPr marL="0" indent="0">
              <a:buNone/>
            </a:pPr>
            <a:r>
              <a:rPr lang="es-ES" dirty="0"/>
              <a:t>OLA 2: R0 = 2.5, </a:t>
            </a:r>
            <a:r>
              <a:rPr lang="el-GR" b="0" i="0" u="none" strike="noStrike" dirty="0">
                <a:effectLst/>
                <a:highlight>
                  <a:srgbClr val="FFFFFF"/>
                </a:highlight>
              </a:rPr>
              <a:t>μ</a:t>
            </a:r>
            <a:r>
              <a:rPr lang="es-ES" b="0" i="0" u="none" strike="noStrike" dirty="0">
                <a:effectLst/>
                <a:highlight>
                  <a:srgbClr val="FFFFFF"/>
                </a:highlight>
              </a:rPr>
              <a:t> = 0.01</a:t>
            </a:r>
            <a:endParaRPr lang="es-ES" dirty="0"/>
          </a:p>
          <a:p>
            <a:pPr marL="0" indent="0">
              <a:buNone/>
            </a:pPr>
            <a:r>
              <a:rPr lang="es-ES" dirty="0"/>
              <a:t>OLA 3: R0 = 2.8, </a:t>
            </a:r>
            <a:r>
              <a:rPr lang="el-GR" b="0" i="0" u="none" strike="noStrike" dirty="0">
                <a:effectLst/>
                <a:highlight>
                  <a:srgbClr val="FFFFFF"/>
                </a:highlight>
              </a:rPr>
              <a:t>μ</a:t>
            </a:r>
            <a:r>
              <a:rPr lang="es-ES" b="0" i="0" u="none" strike="noStrike" dirty="0">
                <a:effectLst/>
                <a:highlight>
                  <a:srgbClr val="FFFFFF"/>
                </a:highlight>
              </a:rPr>
              <a:t> = 0.01</a:t>
            </a:r>
            <a:endParaRPr lang="es-ES" dirty="0"/>
          </a:p>
          <a:p>
            <a:pPr marL="0" indent="0">
              <a:buNone/>
            </a:pPr>
            <a:endParaRPr lang="es-ES" dirty="0"/>
          </a:p>
        </p:txBody>
      </p:sp>
      <p:pic>
        <p:nvPicPr>
          <p:cNvPr id="3" name="Imagen 2" descr="Logotipo&#10;&#10;Descripción generada automáticamente">
            <a:extLst>
              <a:ext uri="{FF2B5EF4-FFF2-40B4-BE49-F238E27FC236}">
                <a16:creationId xmlns:a16="http://schemas.microsoft.com/office/drawing/2014/main" id="{3ADFA4A8-37D4-0A63-D20C-4516A76FC2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4484" y="-276362"/>
            <a:ext cx="2461044" cy="1739882"/>
          </a:xfrm>
          <a:prstGeom prst="rect">
            <a:avLst/>
          </a:prstGeom>
        </p:spPr>
      </p:pic>
    </p:spTree>
    <p:extLst>
      <p:ext uri="{BB962C8B-B14F-4D97-AF65-F5344CB8AC3E}">
        <p14:creationId xmlns:p14="http://schemas.microsoft.com/office/powerpoint/2010/main" val="2116049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Marcador de contenido 2">
            <a:extLst>
              <a:ext uri="{FF2B5EF4-FFF2-40B4-BE49-F238E27FC236}">
                <a16:creationId xmlns:a16="http://schemas.microsoft.com/office/drawing/2014/main" id="{F24AF87D-6C1F-5828-8941-5ED3A62C5934}"/>
              </a:ext>
            </a:extLst>
          </p:cNvPr>
          <p:cNvGraphicFramePr>
            <a:graphicFrameLocks noGrp="1"/>
          </p:cNvGraphicFramePr>
          <p:nvPr>
            <p:ph idx="1"/>
            <p:extLst>
              <p:ext uri="{D42A27DB-BD31-4B8C-83A1-F6EECF244321}">
                <p14:modId xmlns:p14="http://schemas.microsoft.com/office/powerpoint/2010/main" val="2488785161"/>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n 3" descr="Logotipo&#10;&#10;Descripción generada automáticamente">
            <a:extLst>
              <a:ext uri="{FF2B5EF4-FFF2-40B4-BE49-F238E27FC236}">
                <a16:creationId xmlns:a16="http://schemas.microsoft.com/office/drawing/2014/main" id="{A1075205-A636-A41E-4AF9-FBD65AB6D44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14484" y="-507001"/>
            <a:ext cx="2461044" cy="1739882"/>
          </a:xfrm>
          <a:prstGeom prst="rect">
            <a:avLst/>
          </a:prstGeom>
        </p:spPr>
      </p:pic>
      <p:sp>
        <p:nvSpPr>
          <p:cNvPr id="8" name="Título 1">
            <a:extLst>
              <a:ext uri="{FF2B5EF4-FFF2-40B4-BE49-F238E27FC236}">
                <a16:creationId xmlns:a16="http://schemas.microsoft.com/office/drawing/2014/main" id="{EFA933E7-1E47-B8BE-354A-8B3BE7ED131D}"/>
              </a:ext>
            </a:extLst>
          </p:cNvPr>
          <p:cNvSpPr>
            <a:spLocks noGrp="1"/>
          </p:cNvSpPr>
          <p:nvPr>
            <p:ph type="title"/>
          </p:nvPr>
        </p:nvSpPr>
        <p:spPr>
          <a:xfrm>
            <a:off x="1105941" y="448536"/>
            <a:ext cx="10506456" cy="1014984"/>
          </a:xfrm>
        </p:spPr>
        <p:txBody>
          <a:bodyPr anchor="b">
            <a:normAutofit/>
          </a:bodyPr>
          <a:lstStyle/>
          <a:p>
            <a:r>
              <a:rPr lang="es-ES" dirty="0"/>
              <a:t>Desarrollo de la solución</a:t>
            </a:r>
          </a:p>
        </p:txBody>
      </p:sp>
    </p:spTree>
    <p:extLst>
      <p:ext uri="{BB962C8B-B14F-4D97-AF65-F5344CB8AC3E}">
        <p14:creationId xmlns:p14="http://schemas.microsoft.com/office/powerpoint/2010/main" val="4081512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descr="Gráfico, Gráfico en cascada&#10;&#10;Descripción generada automáticamente">
            <a:extLst>
              <a:ext uri="{FF2B5EF4-FFF2-40B4-BE49-F238E27FC236}">
                <a16:creationId xmlns:a16="http://schemas.microsoft.com/office/drawing/2014/main" id="{69F9E288-0232-D1FF-7163-0EC1D6F8FEE1}"/>
              </a:ext>
            </a:extLst>
          </p:cNvPr>
          <p:cNvPicPr>
            <a:picLocks noChangeAspect="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047466" y="2675923"/>
            <a:ext cx="4010357" cy="2388051"/>
          </a:xfrm>
          <a:prstGeom prst="rect">
            <a:avLst/>
          </a:prstGeom>
        </p:spPr>
      </p:pic>
      <p:sp>
        <p:nvSpPr>
          <p:cNvPr id="2" name="Título 1">
            <a:extLst>
              <a:ext uri="{FF2B5EF4-FFF2-40B4-BE49-F238E27FC236}">
                <a16:creationId xmlns:a16="http://schemas.microsoft.com/office/drawing/2014/main" id="{BB713ADE-1B38-2C18-7656-76B2FF18CA13}"/>
              </a:ext>
            </a:extLst>
          </p:cNvPr>
          <p:cNvSpPr>
            <a:spLocks noGrp="1"/>
          </p:cNvSpPr>
          <p:nvPr>
            <p:ph type="title"/>
          </p:nvPr>
        </p:nvSpPr>
        <p:spPr/>
        <p:txBody>
          <a:bodyPr>
            <a:normAutofit/>
          </a:bodyPr>
          <a:lstStyle/>
          <a:p>
            <a:r>
              <a:rPr lang="es-ES" dirty="0"/>
              <a:t>Encontrar el modelo predictivo idóneo</a:t>
            </a:r>
          </a:p>
        </p:txBody>
      </p:sp>
      <p:sp>
        <p:nvSpPr>
          <p:cNvPr id="3" name="Marcador de contenido 2">
            <a:extLst>
              <a:ext uri="{FF2B5EF4-FFF2-40B4-BE49-F238E27FC236}">
                <a16:creationId xmlns:a16="http://schemas.microsoft.com/office/drawing/2014/main" id="{026C4071-5A6E-9251-23A8-D6D7828DDCED}"/>
              </a:ext>
            </a:extLst>
          </p:cNvPr>
          <p:cNvSpPr>
            <a:spLocks noGrp="1"/>
          </p:cNvSpPr>
          <p:nvPr>
            <p:ph idx="1"/>
          </p:nvPr>
        </p:nvSpPr>
        <p:spPr>
          <a:xfrm>
            <a:off x="1036317" y="2249361"/>
            <a:ext cx="4504623" cy="303678"/>
          </a:xfrm>
          <a:ln>
            <a:solidFill>
              <a:schemeClr val="accent6"/>
            </a:solidFill>
          </a:ln>
        </p:spPr>
        <p:txBody>
          <a:bodyPr>
            <a:normAutofit fontScale="62500" lnSpcReduction="20000"/>
          </a:bodyPr>
          <a:lstStyle/>
          <a:p>
            <a:pPr marL="0" indent="0">
              <a:buNone/>
            </a:pPr>
            <a:r>
              <a:rPr lang="es-ES" dirty="0"/>
              <a:t>Variable objetivo (Y)                      ‘</a:t>
            </a:r>
            <a:r>
              <a:rPr lang="es-ES" dirty="0" err="1"/>
              <a:t>VentasDiarias</a:t>
            </a:r>
            <a:r>
              <a:rPr lang="es-ES" dirty="0"/>
              <a:t>’</a:t>
            </a:r>
          </a:p>
        </p:txBody>
      </p:sp>
      <p:cxnSp>
        <p:nvCxnSpPr>
          <p:cNvPr id="6" name="Conector recto de flecha 5">
            <a:extLst>
              <a:ext uri="{FF2B5EF4-FFF2-40B4-BE49-F238E27FC236}">
                <a16:creationId xmlns:a16="http://schemas.microsoft.com/office/drawing/2014/main" id="{FDFA0303-C15B-AB87-6619-E75EF9B67B79}"/>
              </a:ext>
            </a:extLst>
          </p:cNvPr>
          <p:cNvCxnSpPr>
            <a:cxnSpLocks/>
          </p:cNvCxnSpPr>
          <p:nvPr/>
        </p:nvCxnSpPr>
        <p:spPr>
          <a:xfrm>
            <a:off x="3007721" y="2379783"/>
            <a:ext cx="801888"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graphicFrame>
        <p:nvGraphicFramePr>
          <p:cNvPr id="12" name="Tabla 11">
            <a:extLst>
              <a:ext uri="{FF2B5EF4-FFF2-40B4-BE49-F238E27FC236}">
                <a16:creationId xmlns:a16="http://schemas.microsoft.com/office/drawing/2014/main" id="{4AFB9E15-02EB-6166-1C0B-9664E692C46F}"/>
              </a:ext>
            </a:extLst>
          </p:cNvPr>
          <p:cNvGraphicFramePr>
            <a:graphicFrameLocks noGrp="1"/>
          </p:cNvGraphicFramePr>
          <p:nvPr>
            <p:extLst>
              <p:ext uri="{D42A27DB-BD31-4B8C-83A1-F6EECF244321}">
                <p14:modId xmlns:p14="http://schemas.microsoft.com/office/powerpoint/2010/main" val="1114568399"/>
              </p:ext>
            </p:extLst>
          </p:nvPr>
        </p:nvGraphicFramePr>
        <p:xfrm>
          <a:off x="4234188" y="4818731"/>
          <a:ext cx="3723624" cy="1882224"/>
        </p:xfrm>
        <a:graphic>
          <a:graphicData uri="http://schemas.openxmlformats.org/drawingml/2006/table">
            <a:tbl>
              <a:tblPr firstRow="1" firstCol="1" bandRow="1">
                <a:tableStyleId>{16D9F66E-5EB9-4882-86FB-DCBF35E3C3E4}</a:tableStyleId>
              </a:tblPr>
              <a:tblGrid>
                <a:gridCol w="1894205">
                  <a:extLst>
                    <a:ext uri="{9D8B030D-6E8A-4147-A177-3AD203B41FA5}">
                      <a16:colId xmlns:a16="http://schemas.microsoft.com/office/drawing/2014/main" val="3435352697"/>
                    </a:ext>
                  </a:extLst>
                </a:gridCol>
                <a:gridCol w="1001646">
                  <a:extLst>
                    <a:ext uri="{9D8B030D-6E8A-4147-A177-3AD203B41FA5}">
                      <a16:colId xmlns:a16="http://schemas.microsoft.com/office/drawing/2014/main" val="1230541518"/>
                    </a:ext>
                  </a:extLst>
                </a:gridCol>
                <a:gridCol w="827773">
                  <a:extLst>
                    <a:ext uri="{9D8B030D-6E8A-4147-A177-3AD203B41FA5}">
                      <a16:colId xmlns:a16="http://schemas.microsoft.com/office/drawing/2014/main" val="2157128150"/>
                    </a:ext>
                  </a:extLst>
                </a:gridCol>
              </a:tblGrid>
              <a:tr h="235278">
                <a:tc>
                  <a:txBody>
                    <a:bodyPr/>
                    <a:lstStyle/>
                    <a:p>
                      <a:pPr algn="just">
                        <a:lnSpc>
                          <a:spcPct val="115000"/>
                        </a:lnSpc>
                        <a:spcAft>
                          <a:spcPts val="800"/>
                        </a:spcAft>
                      </a:pPr>
                      <a:r>
                        <a:rPr lang="es-ES" sz="1200" kern="100" dirty="0">
                          <a:effectLst/>
                        </a:rPr>
                        <a:t>MODELO</a:t>
                      </a:r>
                      <a:endParaRPr lang="es-ES" sz="1200" kern="100" dirty="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kern="100">
                          <a:effectLst/>
                        </a:rPr>
                        <a:t>MSE</a:t>
                      </a:r>
                      <a:endParaRPr lang="es-ES" sz="1200" kern="10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kern="100">
                          <a:effectLst/>
                        </a:rPr>
                        <a:t>R</a:t>
                      </a:r>
                      <a:r>
                        <a:rPr lang="es-ES" sz="1200" kern="100" baseline="30000">
                          <a:effectLst/>
                        </a:rPr>
                        <a:t>2</a:t>
                      </a:r>
                      <a:endParaRPr lang="es-ES" sz="1200" kern="10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421395529"/>
                  </a:ext>
                </a:extLst>
              </a:tr>
              <a:tr h="235278">
                <a:tc>
                  <a:txBody>
                    <a:bodyPr/>
                    <a:lstStyle/>
                    <a:p>
                      <a:pPr algn="just">
                        <a:lnSpc>
                          <a:spcPct val="115000"/>
                        </a:lnSpc>
                        <a:spcAft>
                          <a:spcPts val="800"/>
                        </a:spcAft>
                      </a:pPr>
                      <a:r>
                        <a:rPr lang="es-ES" sz="1200" kern="100">
                          <a:effectLst/>
                        </a:rPr>
                        <a:t>Regresión lineal simple</a:t>
                      </a:r>
                      <a:endParaRPr lang="es-ES" sz="1200" kern="10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kern="100" dirty="0">
                          <a:effectLst/>
                        </a:rPr>
                        <a:t>37556.91</a:t>
                      </a:r>
                      <a:endParaRPr lang="es-ES" sz="1200" kern="100" dirty="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kern="100" dirty="0">
                          <a:effectLst/>
                        </a:rPr>
                        <a:t>0.0249</a:t>
                      </a:r>
                      <a:endParaRPr lang="es-ES" sz="1200" kern="100" dirty="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404371601"/>
                  </a:ext>
                </a:extLst>
              </a:tr>
              <a:tr h="235278">
                <a:tc>
                  <a:txBody>
                    <a:bodyPr/>
                    <a:lstStyle/>
                    <a:p>
                      <a:pPr algn="just">
                        <a:lnSpc>
                          <a:spcPct val="115000"/>
                        </a:lnSpc>
                        <a:spcAft>
                          <a:spcPts val="800"/>
                        </a:spcAft>
                      </a:pPr>
                      <a:r>
                        <a:rPr lang="es-ES" sz="1200" kern="100" dirty="0">
                          <a:effectLst/>
                        </a:rPr>
                        <a:t>Regresión polinómica</a:t>
                      </a:r>
                      <a:endParaRPr lang="es-ES" sz="1200" kern="100" dirty="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kern="100">
                          <a:effectLst/>
                        </a:rPr>
                        <a:t>34611.36</a:t>
                      </a:r>
                      <a:endParaRPr lang="es-ES" sz="1200" kern="10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kern="100">
                          <a:effectLst/>
                        </a:rPr>
                        <a:t>0.1013</a:t>
                      </a:r>
                      <a:endParaRPr lang="es-ES" sz="1200" kern="10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383190839"/>
                  </a:ext>
                </a:extLst>
              </a:tr>
              <a:tr h="235278">
                <a:tc>
                  <a:txBody>
                    <a:bodyPr/>
                    <a:lstStyle/>
                    <a:p>
                      <a:pPr algn="just">
                        <a:lnSpc>
                          <a:spcPct val="115000"/>
                        </a:lnSpc>
                        <a:spcAft>
                          <a:spcPts val="800"/>
                        </a:spcAft>
                      </a:pPr>
                      <a:r>
                        <a:rPr lang="es-ES" sz="1200" kern="100">
                          <a:effectLst/>
                        </a:rPr>
                        <a:t>Random Forest</a:t>
                      </a:r>
                      <a:endParaRPr lang="es-ES" sz="1200" kern="10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kern="100">
                          <a:effectLst/>
                        </a:rPr>
                        <a:t>108111</a:t>
                      </a:r>
                      <a:endParaRPr lang="es-ES" sz="1200" kern="10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kern="100">
                          <a:effectLst/>
                        </a:rPr>
                        <a:t>0.7193</a:t>
                      </a:r>
                      <a:endParaRPr lang="es-ES" sz="1200" kern="10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54491119"/>
                  </a:ext>
                </a:extLst>
              </a:tr>
              <a:tr h="235278">
                <a:tc>
                  <a:txBody>
                    <a:bodyPr/>
                    <a:lstStyle/>
                    <a:p>
                      <a:pPr algn="just">
                        <a:lnSpc>
                          <a:spcPct val="115000"/>
                        </a:lnSpc>
                        <a:spcAft>
                          <a:spcPts val="800"/>
                        </a:spcAft>
                      </a:pPr>
                      <a:r>
                        <a:rPr lang="es-ES" sz="1200" kern="100">
                          <a:effectLst/>
                        </a:rPr>
                        <a:t>Gradient Boosting</a:t>
                      </a:r>
                      <a:endParaRPr lang="es-ES" sz="1200" kern="10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kern="100" dirty="0">
                          <a:effectLst/>
                        </a:rPr>
                        <a:t>10176.31</a:t>
                      </a:r>
                      <a:endParaRPr lang="es-ES" sz="1200" kern="100" dirty="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b="1" kern="100" dirty="0">
                          <a:effectLst/>
                        </a:rPr>
                        <a:t>0.7358</a:t>
                      </a:r>
                      <a:endParaRPr lang="es-ES" sz="1200" b="1" kern="100" dirty="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114184107"/>
                  </a:ext>
                </a:extLst>
              </a:tr>
              <a:tr h="235278">
                <a:tc>
                  <a:txBody>
                    <a:bodyPr/>
                    <a:lstStyle/>
                    <a:p>
                      <a:pPr algn="just">
                        <a:lnSpc>
                          <a:spcPct val="115000"/>
                        </a:lnSpc>
                        <a:spcAft>
                          <a:spcPts val="800"/>
                        </a:spcAft>
                      </a:pPr>
                      <a:r>
                        <a:rPr lang="es-ES" sz="1200" kern="100">
                          <a:effectLst/>
                        </a:rPr>
                        <a:t>Redes Neuronales</a:t>
                      </a:r>
                      <a:endParaRPr lang="es-ES" sz="1200" kern="10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kern="100">
                          <a:effectLst/>
                        </a:rPr>
                        <a:t>12657.60</a:t>
                      </a:r>
                      <a:endParaRPr lang="es-ES" sz="1200" kern="10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kern="100">
                          <a:effectLst/>
                        </a:rPr>
                        <a:t>0.6714</a:t>
                      </a:r>
                      <a:endParaRPr lang="es-ES" sz="1200" kern="10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353607996"/>
                  </a:ext>
                </a:extLst>
              </a:tr>
              <a:tr h="235278">
                <a:tc>
                  <a:txBody>
                    <a:bodyPr/>
                    <a:lstStyle/>
                    <a:p>
                      <a:pPr algn="just">
                        <a:lnSpc>
                          <a:spcPct val="115000"/>
                        </a:lnSpc>
                        <a:spcAft>
                          <a:spcPts val="800"/>
                        </a:spcAft>
                      </a:pPr>
                      <a:r>
                        <a:rPr lang="es-ES" sz="1200" kern="100">
                          <a:effectLst/>
                        </a:rPr>
                        <a:t>ARIMA</a:t>
                      </a:r>
                      <a:endParaRPr lang="es-ES" sz="1200" kern="10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kern="100">
                          <a:effectLst/>
                        </a:rPr>
                        <a:t>11386.15</a:t>
                      </a:r>
                      <a:endParaRPr lang="es-ES" sz="1200" kern="10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kern="100" dirty="0">
                          <a:effectLst/>
                        </a:rPr>
                        <a:t>0.2540</a:t>
                      </a:r>
                      <a:endParaRPr lang="es-ES" sz="1200" kern="100" dirty="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816643099"/>
                  </a:ext>
                </a:extLst>
              </a:tr>
              <a:tr h="235278">
                <a:tc>
                  <a:txBody>
                    <a:bodyPr/>
                    <a:lstStyle/>
                    <a:p>
                      <a:pPr algn="just">
                        <a:lnSpc>
                          <a:spcPct val="115000"/>
                        </a:lnSpc>
                        <a:spcAft>
                          <a:spcPts val="800"/>
                        </a:spcAft>
                      </a:pPr>
                      <a:r>
                        <a:rPr lang="es-ES" sz="1200" kern="100" dirty="0">
                          <a:effectLst/>
                        </a:rPr>
                        <a:t>ARIMAX</a:t>
                      </a:r>
                      <a:endParaRPr lang="es-ES" sz="1200" kern="100" dirty="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kern="100" dirty="0">
                          <a:effectLst/>
                        </a:rPr>
                        <a:t>11291.26</a:t>
                      </a:r>
                      <a:endParaRPr lang="es-ES" sz="1200" kern="100" dirty="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pPr>
                      <a:r>
                        <a:rPr lang="es-ES" sz="1200" kern="100" dirty="0">
                          <a:effectLst/>
                        </a:rPr>
                        <a:t>0.2577</a:t>
                      </a:r>
                      <a:endParaRPr lang="es-ES" sz="1200" kern="100" dirty="0">
                        <a:effectLst/>
                        <a:latin typeface="Calibri" panose="020F050202020403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754938749"/>
                  </a:ext>
                </a:extLst>
              </a:tr>
            </a:tbl>
          </a:graphicData>
        </a:graphic>
      </p:graphicFrame>
      <p:sp>
        <p:nvSpPr>
          <p:cNvPr id="14" name="Marcador de contenido 2">
            <a:extLst>
              <a:ext uri="{FF2B5EF4-FFF2-40B4-BE49-F238E27FC236}">
                <a16:creationId xmlns:a16="http://schemas.microsoft.com/office/drawing/2014/main" id="{97F698AA-13E1-57E8-70FC-0207F493EDC9}"/>
              </a:ext>
            </a:extLst>
          </p:cNvPr>
          <p:cNvSpPr txBox="1">
            <a:spLocks/>
          </p:cNvSpPr>
          <p:nvPr/>
        </p:nvSpPr>
        <p:spPr>
          <a:xfrm>
            <a:off x="6312652" y="2198762"/>
            <a:ext cx="4831882" cy="2460475"/>
          </a:xfrm>
          <a:prstGeom prst="rect">
            <a:avLst/>
          </a:prstGeom>
        </p:spPr>
        <p:txBody>
          <a:bodyPr vert="horz" lIns="91440" tIns="45720" rIns="91440" bIns="45720" rtlCol="0">
            <a:normAutofit fontScale="400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Clr>
                <a:schemeClr val="accent6"/>
              </a:buClr>
              <a:buFont typeface="Wingdings" pitchFamily="2" charset="2"/>
              <a:buChar char="q"/>
            </a:pPr>
            <a:r>
              <a:rPr lang="es-ES" dirty="0"/>
              <a:t>Aunque la variable objetivo es ‘</a:t>
            </a:r>
            <a:r>
              <a:rPr lang="es-ES" dirty="0" err="1"/>
              <a:t>VentasDiarias</a:t>
            </a:r>
            <a:r>
              <a:rPr lang="es-ES" dirty="0"/>
              <a:t>’ la correlación se mira con las totales ya que es el total de todos los productos y la cantidad es mayor por lo que se observa mejor la correlación.</a:t>
            </a:r>
          </a:p>
          <a:p>
            <a:pPr algn="just">
              <a:buClr>
                <a:schemeClr val="accent6"/>
              </a:buClr>
              <a:buFont typeface="Wingdings" pitchFamily="2" charset="2"/>
              <a:buChar char="q"/>
            </a:pPr>
            <a:r>
              <a:rPr lang="es-ES" dirty="0"/>
              <a:t>En el caso de solo necesitar una variable dependiente se escoge ‘</a:t>
            </a:r>
            <a:r>
              <a:rPr lang="es-ES" dirty="0" err="1"/>
              <a:t>num_casos</a:t>
            </a:r>
            <a:r>
              <a:rPr lang="es-ES" dirty="0"/>
              <a:t>’ ya que es la más relacionada.</a:t>
            </a:r>
          </a:p>
          <a:p>
            <a:pPr algn="just">
              <a:buClr>
                <a:schemeClr val="accent6"/>
              </a:buClr>
              <a:buFont typeface="Wingdings" pitchFamily="2" charset="2"/>
              <a:buChar char="q"/>
            </a:pPr>
            <a:r>
              <a:rPr lang="es-ES" dirty="0"/>
              <a:t>Las variables dependientes tienen que poder ser extraídas al generar la nueva pandemia por lo que ‘</a:t>
            </a:r>
            <a:r>
              <a:rPr lang="es-ES" dirty="0" err="1"/>
              <a:t>num_hosp</a:t>
            </a:r>
            <a:r>
              <a:rPr lang="es-ES" dirty="0"/>
              <a:t>’ y ‘</a:t>
            </a:r>
            <a:r>
              <a:rPr lang="es-ES" dirty="0" err="1"/>
              <a:t>num_uci</a:t>
            </a:r>
            <a:r>
              <a:rPr lang="es-ES" dirty="0"/>
              <a:t>’ se descartan.</a:t>
            </a:r>
          </a:p>
          <a:p>
            <a:pPr algn="just">
              <a:buClr>
                <a:schemeClr val="accent6"/>
              </a:buClr>
              <a:buFont typeface="Wingdings" pitchFamily="2" charset="2"/>
              <a:buChar char="q"/>
            </a:pPr>
            <a:r>
              <a:rPr lang="es-ES" dirty="0"/>
              <a:t>A pesar de que ‘</a:t>
            </a:r>
            <a:r>
              <a:rPr lang="es-ES" dirty="0" err="1"/>
              <a:t>num_susc</a:t>
            </a:r>
            <a:r>
              <a:rPr lang="es-ES" dirty="0"/>
              <a:t>’ muestra una correlación negativa, esta es inversamente proporcional a ‘</a:t>
            </a:r>
            <a:r>
              <a:rPr lang="es-ES" dirty="0" err="1"/>
              <a:t>num_casos</a:t>
            </a:r>
            <a:r>
              <a:rPr lang="es-ES" dirty="0"/>
              <a:t>’ por lo que está bien seleccionarla.</a:t>
            </a:r>
          </a:p>
          <a:p>
            <a:pPr algn="just">
              <a:buClr>
                <a:schemeClr val="accent6"/>
              </a:buClr>
              <a:buFont typeface="Wingdings" pitchFamily="2" charset="2"/>
              <a:buChar char="q"/>
            </a:pPr>
            <a:r>
              <a:rPr lang="es-ES" dirty="0"/>
              <a:t>’</a:t>
            </a:r>
            <a:r>
              <a:rPr lang="es-ES" dirty="0" err="1"/>
              <a:t>IdProducto</a:t>
            </a:r>
            <a:r>
              <a:rPr lang="es-ES" dirty="0"/>
              <a:t> no muestra prácticamente correlación, pero es esencial seleccionarla para poder distinguir entre productos.</a:t>
            </a:r>
          </a:p>
          <a:p>
            <a:pPr algn="just"/>
            <a:endParaRPr lang="es-ES" dirty="0"/>
          </a:p>
          <a:p>
            <a:pPr algn="just"/>
            <a:endParaRPr lang="es-ES" dirty="0"/>
          </a:p>
        </p:txBody>
      </p:sp>
      <p:sp>
        <p:nvSpPr>
          <p:cNvPr id="4" name="Rectángulo redondeado 3">
            <a:extLst>
              <a:ext uri="{FF2B5EF4-FFF2-40B4-BE49-F238E27FC236}">
                <a16:creationId xmlns:a16="http://schemas.microsoft.com/office/drawing/2014/main" id="{90668921-B39C-A07C-FE80-0E0A1FAAD9BA}"/>
              </a:ext>
            </a:extLst>
          </p:cNvPr>
          <p:cNvSpPr/>
          <p:nvPr/>
        </p:nvSpPr>
        <p:spPr>
          <a:xfrm>
            <a:off x="1115568" y="5899115"/>
            <a:ext cx="2323070" cy="548640"/>
          </a:xfrm>
          <a:prstGeom prst="roundRect">
            <a:avLst/>
          </a:prstGeom>
          <a:solidFill>
            <a:schemeClr val="accent6">
              <a:lumMod val="40000"/>
              <a:lumOff val="60000"/>
            </a:schemeClr>
          </a:solid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APARTADO 5.4.3 </a:t>
            </a:r>
          </a:p>
        </p:txBody>
      </p:sp>
      <p:pic>
        <p:nvPicPr>
          <p:cNvPr id="5" name="Imagen 4" descr="Logotipo&#10;&#10;Descripción generada automáticamente">
            <a:extLst>
              <a:ext uri="{FF2B5EF4-FFF2-40B4-BE49-F238E27FC236}">
                <a16:creationId xmlns:a16="http://schemas.microsoft.com/office/drawing/2014/main" id="{9911076A-4FBF-952F-033F-1B2435C18D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14484" y="-276362"/>
            <a:ext cx="2461044" cy="1739882"/>
          </a:xfrm>
          <a:prstGeom prst="rect">
            <a:avLst/>
          </a:prstGeom>
        </p:spPr>
      </p:pic>
    </p:spTree>
    <p:extLst>
      <p:ext uri="{BB962C8B-B14F-4D97-AF65-F5344CB8AC3E}">
        <p14:creationId xmlns:p14="http://schemas.microsoft.com/office/powerpoint/2010/main" val="1066659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Marcador de contenido 2">
            <a:extLst>
              <a:ext uri="{FF2B5EF4-FFF2-40B4-BE49-F238E27FC236}">
                <a16:creationId xmlns:a16="http://schemas.microsoft.com/office/drawing/2014/main" id="{F24AF87D-6C1F-5828-8941-5ED3A62C5934}"/>
              </a:ext>
            </a:extLst>
          </p:cNvPr>
          <p:cNvGraphicFramePr>
            <a:graphicFrameLocks noGrp="1"/>
          </p:cNvGraphicFramePr>
          <p:nvPr>
            <p:ph idx="1"/>
            <p:extLst>
              <p:ext uri="{D42A27DB-BD31-4B8C-83A1-F6EECF244321}">
                <p14:modId xmlns:p14="http://schemas.microsoft.com/office/powerpoint/2010/main" val="718864355"/>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n 3" descr="Logotipo&#10;&#10;Descripción generada automáticamente">
            <a:extLst>
              <a:ext uri="{FF2B5EF4-FFF2-40B4-BE49-F238E27FC236}">
                <a16:creationId xmlns:a16="http://schemas.microsoft.com/office/drawing/2014/main" id="{A4BBFDBE-D7FE-5982-7588-2AD99A12095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14484" y="-507001"/>
            <a:ext cx="2461044" cy="1739882"/>
          </a:xfrm>
          <a:prstGeom prst="rect">
            <a:avLst/>
          </a:prstGeom>
        </p:spPr>
      </p:pic>
      <p:sp>
        <p:nvSpPr>
          <p:cNvPr id="8" name="Título 1">
            <a:extLst>
              <a:ext uri="{FF2B5EF4-FFF2-40B4-BE49-F238E27FC236}">
                <a16:creationId xmlns:a16="http://schemas.microsoft.com/office/drawing/2014/main" id="{00B31370-F1B6-8590-C57D-BF1D02F25CC6}"/>
              </a:ext>
            </a:extLst>
          </p:cNvPr>
          <p:cNvSpPr>
            <a:spLocks noGrp="1"/>
          </p:cNvSpPr>
          <p:nvPr>
            <p:ph type="title"/>
          </p:nvPr>
        </p:nvSpPr>
        <p:spPr>
          <a:xfrm>
            <a:off x="1105941" y="448536"/>
            <a:ext cx="10506456" cy="1014984"/>
          </a:xfrm>
        </p:spPr>
        <p:txBody>
          <a:bodyPr anchor="b">
            <a:normAutofit/>
          </a:bodyPr>
          <a:lstStyle/>
          <a:p>
            <a:r>
              <a:rPr lang="es-ES" dirty="0"/>
              <a:t>Desarrollo de la solución</a:t>
            </a:r>
          </a:p>
        </p:txBody>
      </p:sp>
    </p:spTree>
    <p:extLst>
      <p:ext uri="{BB962C8B-B14F-4D97-AF65-F5344CB8AC3E}">
        <p14:creationId xmlns:p14="http://schemas.microsoft.com/office/powerpoint/2010/main" val="959188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C578B9-303F-3D3D-1899-EAABD4B56689}"/>
              </a:ext>
            </a:extLst>
          </p:cNvPr>
          <p:cNvSpPr>
            <a:spLocks noGrp="1"/>
          </p:cNvSpPr>
          <p:nvPr>
            <p:ph type="title"/>
          </p:nvPr>
        </p:nvSpPr>
        <p:spPr/>
        <p:txBody>
          <a:bodyPr>
            <a:normAutofit fontScale="90000"/>
          </a:bodyPr>
          <a:lstStyle/>
          <a:p>
            <a:r>
              <a:rPr lang="es-ES" dirty="0"/>
              <a:t>Aplicar el modelo entrenado a los nuevos datos de casos generados</a:t>
            </a:r>
          </a:p>
        </p:txBody>
      </p:sp>
      <p:pic>
        <p:nvPicPr>
          <p:cNvPr id="5" name="Marcador de contenido 19" descr="Gráfico, Gráfico de líneas&#10;&#10;Descripción generada automáticamente">
            <a:extLst>
              <a:ext uri="{FF2B5EF4-FFF2-40B4-BE49-F238E27FC236}">
                <a16:creationId xmlns:a16="http://schemas.microsoft.com/office/drawing/2014/main" id="{407382AA-5E78-BBE4-17BD-43BDB47271F9}"/>
              </a:ext>
            </a:extLst>
          </p:cNvPr>
          <p:cNvPicPr>
            <a:picLocks noChangeAspect="1"/>
          </p:cNvPicPr>
          <p:nvPr/>
        </p:nvPicPr>
        <p:blipFill rotWithShape="1">
          <a:blip r:embed="rId2">
            <a:alphaModFix amt="59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Layer>
                </a14:imgProps>
              </a:ext>
              <a:ext uri="{28A0092B-C50C-407E-A947-70E740481C1C}">
                <a14:useLocalDpi xmlns:a14="http://schemas.microsoft.com/office/drawing/2010/main" val="0"/>
              </a:ext>
            </a:extLst>
          </a:blip>
          <a:srcRect l="3001" t="7912" b="6428"/>
          <a:stretch/>
        </p:blipFill>
        <p:spPr>
          <a:xfrm>
            <a:off x="2300438" y="2974206"/>
            <a:ext cx="7661082" cy="3335154"/>
          </a:xfrm>
          <a:prstGeom prst="rect">
            <a:avLst/>
          </a:prstGeom>
        </p:spPr>
      </p:pic>
      <p:pic>
        <p:nvPicPr>
          <p:cNvPr id="3" name="Imagen 2" descr="Logotipo&#10;&#10;Descripción generada automáticamente">
            <a:extLst>
              <a:ext uri="{FF2B5EF4-FFF2-40B4-BE49-F238E27FC236}">
                <a16:creationId xmlns:a16="http://schemas.microsoft.com/office/drawing/2014/main" id="{18B0F45A-52DC-D4A0-359C-EEC9F5DEF6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4484" y="-276362"/>
            <a:ext cx="2461044" cy="1739882"/>
          </a:xfrm>
          <a:prstGeom prst="rect">
            <a:avLst/>
          </a:prstGeom>
        </p:spPr>
      </p:pic>
    </p:spTree>
    <p:extLst>
      <p:ext uri="{BB962C8B-B14F-4D97-AF65-F5344CB8AC3E}">
        <p14:creationId xmlns:p14="http://schemas.microsoft.com/office/powerpoint/2010/main" val="1545462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C578B9-303F-3D3D-1899-EAABD4B56689}"/>
              </a:ext>
            </a:extLst>
          </p:cNvPr>
          <p:cNvSpPr>
            <a:spLocks noGrp="1"/>
          </p:cNvSpPr>
          <p:nvPr>
            <p:ph type="title"/>
          </p:nvPr>
        </p:nvSpPr>
        <p:spPr/>
        <p:txBody>
          <a:bodyPr>
            <a:normAutofit fontScale="90000"/>
          </a:bodyPr>
          <a:lstStyle/>
          <a:p>
            <a:r>
              <a:rPr lang="es-ES" dirty="0"/>
              <a:t>Aplicar el modelo entrenado a los nuevos datos de casos generados</a:t>
            </a:r>
          </a:p>
        </p:txBody>
      </p:sp>
      <p:pic>
        <p:nvPicPr>
          <p:cNvPr id="4" name="Marcador de contenido 3" descr="Gráfico, Histograma&#10;&#10;Descripción generada automáticamente">
            <a:hlinkClick r:id="" action="ppaction://noaction" highlightClick="1"/>
            <a:extLst>
              <a:ext uri="{FF2B5EF4-FFF2-40B4-BE49-F238E27FC236}">
                <a16:creationId xmlns:a16="http://schemas.microsoft.com/office/drawing/2014/main" id="{B5FE4183-6D34-6709-4939-4E5A3D9627E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71019" y="2478088"/>
            <a:ext cx="7457924" cy="3694112"/>
          </a:xfrm>
          <a:prstGeom prst="rect">
            <a:avLst/>
          </a:prstGeom>
        </p:spPr>
      </p:pic>
      <p:pic>
        <p:nvPicPr>
          <p:cNvPr id="5" name="Marcador de contenido 19" descr="Gráfico, Gráfico de líneas&#10;&#10;Descripción generada automáticamente">
            <a:extLst>
              <a:ext uri="{FF2B5EF4-FFF2-40B4-BE49-F238E27FC236}">
                <a16:creationId xmlns:a16="http://schemas.microsoft.com/office/drawing/2014/main" id="{407382AA-5E78-BBE4-17BD-43BDB47271F9}"/>
              </a:ext>
            </a:extLst>
          </p:cNvPr>
          <p:cNvPicPr>
            <a:picLocks noChangeAspect="1"/>
          </p:cNvPicPr>
          <p:nvPr/>
        </p:nvPicPr>
        <p:blipFill rotWithShape="1">
          <a:blip r:embed="rId3">
            <a:alphaModFix amt="59000"/>
            <a:extLst>
              <a:ext uri="{BEBA8EAE-BF5A-486C-A8C5-ECC9F3942E4B}">
                <a14:imgProps xmlns:a14="http://schemas.microsoft.com/office/drawing/2010/main">
                  <a14:imgLayer r:embed="rId4">
                    <a14:imgEffect>
                      <a14:sharpenSoften amount="50000"/>
                    </a14:imgEffect>
                    <a14:imgEffect>
                      <a14:colorTemperature colorTemp="4700"/>
                    </a14:imgEffect>
                    <a14:imgEffect>
                      <a14:saturation sat="400000"/>
                    </a14:imgEffect>
                  </a14:imgLayer>
                </a14:imgProps>
              </a:ext>
              <a:ext uri="{28A0092B-C50C-407E-A947-70E740481C1C}">
                <a14:useLocalDpi xmlns:a14="http://schemas.microsoft.com/office/drawing/2010/main" val="0"/>
              </a:ext>
            </a:extLst>
          </a:blip>
          <a:srcRect l="11897" t="7417" b="22621"/>
          <a:stretch/>
        </p:blipFill>
        <p:spPr>
          <a:xfrm>
            <a:off x="3003082" y="2954956"/>
            <a:ext cx="6958438" cy="2723949"/>
          </a:xfrm>
          <a:prstGeom prst="rect">
            <a:avLst/>
          </a:prstGeom>
        </p:spPr>
      </p:pic>
      <p:pic>
        <p:nvPicPr>
          <p:cNvPr id="3" name="Imagen 2" descr="Logotipo&#10;&#10;Descripción generada automáticamente">
            <a:extLst>
              <a:ext uri="{FF2B5EF4-FFF2-40B4-BE49-F238E27FC236}">
                <a16:creationId xmlns:a16="http://schemas.microsoft.com/office/drawing/2014/main" id="{FCC530FD-C40D-07E5-5DB9-1BE888281D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14484" y="-359490"/>
            <a:ext cx="2461044" cy="1739882"/>
          </a:xfrm>
          <a:prstGeom prst="rect">
            <a:avLst/>
          </a:prstGeom>
        </p:spPr>
      </p:pic>
    </p:spTree>
    <p:extLst>
      <p:ext uri="{BB962C8B-B14F-4D97-AF65-F5344CB8AC3E}">
        <p14:creationId xmlns:p14="http://schemas.microsoft.com/office/powerpoint/2010/main" val="26677574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Marcador de contenido 2">
            <a:extLst>
              <a:ext uri="{FF2B5EF4-FFF2-40B4-BE49-F238E27FC236}">
                <a16:creationId xmlns:a16="http://schemas.microsoft.com/office/drawing/2014/main" id="{F24AF87D-6C1F-5828-8941-5ED3A62C5934}"/>
              </a:ext>
            </a:extLst>
          </p:cNvPr>
          <p:cNvGraphicFramePr>
            <a:graphicFrameLocks noGrp="1"/>
          </p:cNvGraphicFramePr>
          <p:nvPr>
            <p:ph idx="1"/>
            <p:extLst>
              <p:ext uri="{D42A27DB-BD31-4B8C-83A1-F6EECF244321}">
                <p14:modId xmlns:p14="http://schemas.microsoft.com/office/powerpoint/2010/main" val="2561255575"/>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n 3" descr="Logotipo&#10;&#10;Descripción generada automáticamente">
            <a:extLst>
              <a:ext uri="{FF2B5EF4-FFF2-40B4-BE49-F238E27FC236}">
                <a16:creationId xmlns:a16="http://schemas.microsoft.com/office/drawing/2014/main" id="{6FA92857-A61F-AE32-4BD0-FE086EE584B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14484" y="-276362"/>
            <a:ext cx="2461044" cy="1739882"/>
          </a:xfrm>
          <a:prstGeom prst="rect">
            <a:avLst/>
          </a:prstGeom>
        </p:spPr>
      </p:pic>
      <p:sp>
        <p:nvSpPr>
          <p:cNvPr id="8" name="Título 1">
            <a:extLst>
              <a:ext uri="{FF2B5EF4-FFF2-40B4-BE49-F238E27FC236}">
                <a16:creationId xmlns:a16="http://schemas.microsoft.com/office/drawing/2014/main" id="{A7166536-6626-A092-0805-9D4676954EDC}"/>
              </a:ext>
            </a:extLst>
          </p:cNvPr>
          <p:cNvSpPr>
            <a:spLocks noGrp="1"/>
          </p:cNvSpPr>
          <p:nvPr>
            <p:ph type="title"/>
          </p:nvPr>
        </p:nvSpPr>
        <p:spPr>
          <a:xfrm>
            <a:off x="1105941" y="448536"/>
            <a:ext cx="10506456" cy="1014984"/>
          </a:xfrm>
        </p:spPr>
        <p:txBody>
          <a:bodyPr anchor="b">
            <a:normAutofit/>
          </a:bodyPr>
          <a:lstStyle/>
          <a:p>
            <a:r>
              <a:rPr lang="es-ES" dirty="0"/>
              <a:t>Desarrollo de la solución</a:t>
            </a:r>
          </a:p>
        </p:txBody>
      </p:sp>
    </p:spTree>
    <p:extLst>
      <p:ext uri="{BB962C8B-B14F-4D97-AF65-F5344CB8AC3E}">
        <p14:creationId xmlns:p14="http://schemas.microsoft.com/office/powerpoint/2010/main" val="18063285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88086-6362-3015-3C03-1DE53A2BB5B0}"/>
              </a:ext>
            </a:extLst>
          </p:cNvPr>
          <p:cNvSpPr>
            <a:spLocks noGrp="1"/>
          </p:cNvSpPr>
          <p:nvPr>
            <p:ph type="title"/>
          </p:nvPr>
        </p:nvSpPr>
        <p:spPr/>
        <p:txBody>
          <a:bodyPr/>
          <a:lstStyle/>
          <a:p>
            <a:r>
              <a:rPr lang="es-ES" dirty="0"/>
              <a:t>Interpretación de los resultados</a:t>
            </a:r>
          </a:p>
        </p:txBody>
      </p:sp>
      <p:pic>
        <p:nvPicPr>
          <p:cNvPr id="4" name="Marcador de contenido 7" descr="Gráfico&#10;&#10;Descripción generada automáticamente">
            <a:extLst>
              <a:ext uri="{FF2B5EF4-FFF2-40B4-BE49-F238E27FC236}">
                <a16:creationId xmlns:a16="http://schemas.microsoft.com/office/drawing/2014/main" id="{1DDEB583-0AD2-66DD-DFF2-75A747875A55}"/>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1115568" y="2783857"/>
            <a:ext cx="4937125" cy="2952526"/>
          </a:xfrm>
          <a:prstGeom prst="rect">
            <a:avLst/>
          </a:prstGeom>
        </p:spPr>
      </p:pic>
      <p:sp>
        <p:nvSpPr>
          <p:cNvPr id="6" name="Marcador de contenido 5">
            <a:extLst>
              <a:ext uri="{FF2B5EF4-FFF2-40B4-BE49-F238E27FC236}">
                <a16:creationId xmlns:a16="http://schemas.microsoft.com/office/drawing/2014/main" id="{DFE42F65-8334-09DA-D48B-CBB50886C339}"/>
              </a:ext>
            </a:extLst>
          </p:cNvPr>
          <p:cNvSpPr>
            <a:spLocks noGrp="1"/>
          </p:cNvSpPr>
          <p:nvPr>
            <p:ph sz="half" idx="2"/>
          </p:nvPr>
        </p:nvSpPr>
        <p:spPr>
          <a:xfrm>
            <a:off x="6602401" y="2993438"/>
            <a:ext cx="4730051" cy="2177417"/>
          </a:xfrm>
        </p:spPr>
        <p:txBody>
          <a:bodyPr>
            <a:normAutofit fontScale="62500" lnSpcReduction="20000"/>
          </a:bodyPr>
          <a:lstStyle/>
          <a:p>
            <a:pPr algn="just"/>
            <a:r>
              <a:rPr lang="es-ES" dirty="0"/>
              <a:t>Los productos con predicciones más destacables son las mascarillas y los test de antígenos.</a:t>
            </a:r>
          </a:p>
          <a:p>
            <a:pPr algn="just"/>
            <a:r>
              <a:rPr lang="es-ES" dirty="0"/>
              <a:t>Hay que tener en cuenta factores externos a los datos de casos como festividades, otras enfermedades con síntomas parecidos o confinamiento, que pueden incrementar las ventas y que el modelo no puede percibir.</a:t>
            </a:r>
          </a:p>
          <a:p>
            <a:pPr algn="just"/>
            <a:endParaRPr lang="es-ES" dirty="0"/>
          </a:p>
        </p:txBody>
      </p:sp>
      <p:pic>
        <p:nvPicPr>
          <p:cNvPr id="5" name="Imagen 4" descr="Logotipo&#10;&#10;Descripción generada automáticamente">
            <a:extLst>
              <a:ext uri="{FF2B5EF4-FFF2-40B4-BE49-F238E27FC236}">
                <a16:creationId xmlns:a16="http://schemas.microsoft.com/office/drawing/2014/main" id="{3F6B47A4-DAF1-8747-EDF7-804E80607B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14484" y="-507001"/>
            <a:ext cx="2461044" cy="1739882"/>
          </a:xfrm>
          <a:prstGeom prst="rect">
            <a:avLst/>
          </a:prstGeom>
        </p:spPr>
      </p:pic>
    </p:spTree>
    <p:extLst>
      <p:ext uri="{BB962C8B-B14F-4D97-AF65-F5344CB8AC3E}">
        <p14:creationId xmlns:p14="http://schemas.microsoft.com/office/powerpoint/2010/main" val="9790075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4F4E25-58FA-B653-EC6B-7B9B8E946906}"/>
              </a:ext>
            </a:extLst>
          </p:cNvPr>
          <p:cNvSpPr>
            <a:spLocks noGrp="1"/>
          </p:cNvSpPr>
          <p:nvPr>
            <p:ph type="title"/>
          </p:nvPr>
        </p:nvSpPr>
        <p:spPr/>
        <p:txBody>
          <a:bodyPr/>
          <a:lstStyle/>
          <a:p>
            <a:r>
              <a:rPr lang="es-ES" dirty="0"/>
              <a:t>Interpretación de los resultados</a:t>
            </a:r>
          </a:p>
        </p:txBody>
      </p:sp>
      <p:pic>
        <p:nvPicPr>
          <p:cNvPr id="5" name="Marcador de contenido 4" descr="Gráfico&#10;&#10;Descripción generada automáticamente con confianza media">
            <a:extLst>
              <a:ext uri="{FF2B5EF4-FFF2-40B4-BE49-F238E27FC236}">
                <a16:creationId xmlns:a16="http://schemas.microsoft.com/office/drawing/2014/main" id="{2970E9B0-CD46-564D-27CA-A07BD72EF9C6}"/>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1114426" y="3365140"/>
            <a:ext cx="4937125" cy="2944220"/>
          </a:xfrm>
          <a:prstGeom prst="rect">
            <a:avLst/>
          </a:prstGeom>
        </p:spPr>
      </p:pic>
      <p:pic>
        <p:nvPicPr>
          <p:cNvPr id="6" name="Marcador de contenido 5" descr="Gráfico&#10;&#10;Descripción generada automáticamente">
            <a:extLst>
              <a:ext uri="{FF2B5EF4-FFF2-40B4-BE49-F238E27FC236}">
                <a16:creationId xmlns:a16="http://schemas.microsoft.com/office/drawing/2014/main" id="{B4C45826-873D-C5D6-2607-A1E6151E1C5E}"/>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344984" y="3365140"/>
            <a:ext cx="4938712" cy="2945167"/>
          </a:xfrm>
          <a:prstGeom prst="rect">
            <a:avLst/>
          </a:prstGeom>
        </p:spPr>
      </p:pic>
      <p:sp>
        <p:nvSpPr>
          <p:cNvPr id="8" name="CuadroTexto 7">
            <a:extLst>
              <a:ext uri="{FF2B5EF4-FFF2-40B4-BE49-F238E27FC236}">
                <a16:creationId xmlns:a16="http://schemas.microsoft.com/office/drawing/2014/main" id="{8C43DB0B-D36C-1BA3-9898-E8B9ADC30C11}"/>
              </a:ext>
            </a:extLst>
          </p:cNvPr>
          <p:cNvSpPr txBox="1"/>
          <p:nvPr/>
        </p:nvSpPr>
        <p:spPr>
          <a:xfrm>
            <a:off x="1218058" y="2267871"/>
            <a:ext cx="9963148" cy="923330"/>
          </a:xfrm>
          <a:prstGeom prst="rect">
            <a:avLst/>
          </a:prstGeom>
          <a:noFill/>
        </p:spPr>
        <p:txBody>
          <a:bodyPr wrap="square">
            <a:spAutoFit/>
          </a:bodyPr>
          <a:lstStyle/>
          <a:p>
            <a:pPr algn="just"/>
            <a:r>
              <a:rPr lang="es-ES" dirty="0"/>
              <a:t>La cantidad de ventas del resto de productos no mostraban tanta diferencia en los números como para diferenciar patrones por productos, por lo que las predicciones obtenidas muestran el mismo comportamiento con alguna variación en las cantidades.</a:t>
            </a:r>
          </a:p>
        </p:txBody>
      </p:sp>
      <p:cxnSp>
        <p:nvCxnSpPr>
          <p:cNvPr id="10" name="Conector recto 9">
            <a:extLst>
              <a:ext uri="{FF2B5EF4-FFF2-40B4-BE49-F238E27FC236}">
                <a16:creationId xmlns:a16="http://schemas.microsoft.com/office/drawing/2014/main" id="{991E2285-3771-06B0-9D3C-F2EC4203C2CC}"/>
              </a:ext>
            </a:extLst>
          </p:cNvPr>
          <p:cNvCxnSpPr/>
          <p:nvPr/>
        </p:nvCxnSpPr>
        <p:spPr>
          <a:xfrm>
            <a:off x="6378026" y="5185775"/>
            <a:ext cx="5166435" cy="0"/>
          </a:xfrm>
          <a:prstGeom prst="line">
            <a:avLst/>
          </a:prstGeom>
          <a:ln w="38100">
            <a:solidFill>
              <a:srgbClr val="1104F8"/>
            </a:solidFill>
          </a:ln>
        </p:spPr>
        <p:style>
          <a:lnRef idx="3">
            <a:schemeClr val="accent5"/>
          </a:lnRef>
          <a:fillRef idx="0">
            <a:schemeClr val="accent5"/>
          </a:fillRef>
          <a:effectRef idx="2">
            <a:schemeClr val="accent5"/>
          </a:effectRef>
          <a:fontRef idx="minor">
            <a:schemeClr val="tx1"/>
          </a:fontRef>
        </p:style>
      </p:cxnSp>
      <p:pic>
        <p:nvPicPr>
          <p:cNvPr id="3" name="Imagen 2" descr="Logotipo&#10;&#10;Descripción generada automáticamente">
            <a:extLst>
              <a:ext uri="{FF2B5EF4-FFF2-40B4-BE49-F238E27FC236}">
                <a16:creationId xmlns:a16="http://schemas.microsoft.com/office/drawing/2014/main" id="{5F49C3EC-E147-A93D-3E76-25394637CB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4484" y="-276362"/>
            <a:ext cx="2461044" cy="1739882"/>
          </a:xfrm>
          <a:prstGeom prst="rect">
            <a:avLst/>
          </a:prstGeom>
        </p:spPr>
      </p:pic>
    </p:spTree>
    <p:extLst>
      <p:ext uri="{BB962C8B-B14F-4D97-AF65-F5344CB8AC3E}">
        <p14:creationId xmlns:p14="http://schemas.microsoft.com/office/powerpoint/2010/main" val="22180804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88086-6362-3015-3C03-1DE53A2BB5B0}"/>
              </a:ext>
            </a:extLst>
          </p:cNvPr>
          <p:cNvSpPr>
            <a:spLocks noGrp="1"/>
          </p:cNvSpPr>
          <p:nvPr>
            <p:ph type="title"/>
          </p:nvPr>
        </p:nvSpPr>
        <p:spPr/>
        <p:txBody>
          <a:bodyPr/>
          <a:lstStyle/>
          <a:p>
            <a:r>
              <a:rPr lang="es-ES" dirty="0"/>
              <a:t>Conclusiones e implicaciones éticas</a:t>
            </a:r>
          </a:p>
        </p:txBody>
      </p:sp>
      <p:graphicFrame>
        <p:nvGraphicFramePr>
          <p:cNvPr id="7" name="Marcador de contenido 2">
            <a:extLst>
              <a:ext uri="{FF2B5EF4-FFF2-40B4-BE49-F238E27FC236}">
                <a16:creationId xmlns:a16="http://schemas.microsoft.com/office/drawing/2014/main" id="{FA001CF4-E94B-E3C7-070F-9DD12A0B8A94}"/>
              </a:ext>
            </a:extLst>
          </p:cNvPr>
          <p:cNvGraphicFramePr>
            <a:graphicFrameLocks noGrp="1"/>
          </p:cNvGraphicFramePr>
          <p:nvPr>
            <p:ph idx="1"/>
            <p:extLst>
              <p:ext uri="{D42A27DB-BD31-4B8C-83A1-F6EECF244321}">
                <p14:modId xmlns:p14="http://schemas.microsoft.com/office/powerpoint/2010/main" val="2393735157"/>
              </p:ext>
            </p:extLst>
          </p:nvPr>
        </p:nvGraphicFramePr>
        <p:xfrm>
          <a:off x="1115568" y="2478024"/>
          <a:ext cx="10168128" cy="3694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descr="Logotipo&#10;&#10;Descripción generada automáticamente">
            <a:extLst>
              <a:ext uri="{FF2B5EF4-FFF2-40B4-BE49-F238E27FC236}">
                <a16:creationId xmlns:a16="http://schemas.microsoft.com/office/drawing/2014/main" id="{3F6B47A4-DAF1-8747-EDF7-804E80607B0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14484" y="-507001"/>
            <a:ext cx="2461044" cy="1739882"/>
          </a:xfrm>
          <a:prstGeom prst="rect">
            <a:avLst/>
          </a:prstGeom>
        </p:spPr>
      </p:pic>
    </p:spTree>
    <p:extLst>
      <p:ext uri="{BB962C8B-B14F-4D97-AF65-F5344CB8AC3E}">
        <p14:creationId xmlns:p14="http://schemas.microsoft.com/office/powerpoint/2010/main" val="34072520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D9FA41-CB20-1F9D-5652-07605B86610C}"/>
              </a:ext>
            </a:extLst>
          </p:cNvPr>
          <p:cNvSpPr>
            <a:spLocks noGrp="1"/>
          </p:cNvSpPr>
          <p:nvPr>
            <p:ph type="title"/>
          </p:nvPr>
        </p:nvSpPr>
        <p:spPr/>
        <p:txBody>
          <a:bodyPr/>
          <a:lstStyle/>
          <a:p>
            <a:r>
              <a:rPr lang="es-ES"/>
              <a:t>Trabajo a futuro</a:t>
            </a:r>
            <a:endParaRPr lang="es-ES" dirty="0"/>
          </a:p>
        </p:txBody>
      </p:sp>
      <p:sp>
        <p:nvSpPr>
          <p:cNvPr id="3" name="Marcador de contenido 2">
            <a:extLst>
              <a:ext uri="{FF2B5EF4-FFF2-40B4-BE49-F238E27FC236}">
                <a16:creationId xmlns:a16="http://schemas.microsoft.com/office/drawing/2014/main" id="{ADB7A737-F3F0-E1E3-80B9-16F69EC67D17}"/>
              </a:ext>
            </a:extLst>
          </p:cNvPr>
          <p:cNvSpPr>
            <a:spLocks noGrp="1"/>
          </p:cNvSpPr>
          <p:nvPr>
            <p:ph idx="1"/>
          </p:nvPr>
        </p:nvSpPr>
        <p:spPr>
          <a:xfrm>
            <a:off x="1115568" y="2478024"/>
            <a:ext cx="9669342" cy="3471839"/>
          </a:xfrm>
          <a:ln w="28575">
            <a:solidFill>
              <a:schemeClr val="accent6"/>
            </a:solidFill>
            <a:extLst>
              <a:ext uri="{C807C97D-BFC1-408E-A445-0C87EB9F89A2}">
                <ask:lineSketchStyleProps xmlns:ask="http://schemas.microsoft.com/office/drawing/2018/sketchyshapes" sd="1219033472">
                  <a:custGeom>
                    <a:avLst/>
                    <a:gdLst>
                      <a:gd name="connsiteX0" fmla="*/ 0 w 10168128"/>
                      <a:gd name="connsiteY0" fmla="*/ 0 h 3032127"/>
                      <a:gd name="connsiteX1" fmla="*/ 699806 w 10168128"/>
                      <a:gd name="connsiteY1" fmla="*/ 0 h 3032127"/>
                      <a:gd name="connsiteX2" fmla="*/ 1399613 w 10168128"/>
                      <a:gd name="connsiteY2" fmla="*/ 0 h 3032127"/>
                      <a:gd name="connsiteX3" fmla="*/ 2099419 w 10168128"/>
                      <a:gd name="connsiteY3" fmla="*/ 0 h 3032127"/>
                      <a:gd name="connsiteX4" fmla="*/ 2799226 w 10168128"/>
                      <a:gd name="connsiteY4" fmla="*/ 0 h 3032127"/>
                      <a:gd name="connsiteX5" fmla="*/ 3600714 w 10168128"/>
                      <a:gd name="connsiteY5" fmla="*/ 0 h 3032127"/>
                      <a:gd name="connsiteX6" fmla="*/ 4198839 w 10168128"/>
                      <a:gd name="connsiteY6" fmla="*/ 0 h 3032127"/>
                      <a:gd name="connsiteX7" fmla="*/ 4898645 w 10168128"/>
                      <a:gd name="connsiteY7" fmla="*/ 0 h 3032127"/>
                      <a:gd name="connsiteX8" fmla="*/ 5496770 w 10168128"/>
                      <a:gd name="connsiteY8" fmla="*/ 0 h 3032127"/>
                      <a:gd name="connsiteX9" fmla="*/ 6094896 w 10168128"/>
                      <a:gd name="connsiteY9" fmla="*/ 0 h 3032127"/>
                      <a:gd name="connsiteX10" fmla="*/ 6693021 w 10168128"/>
                      <a:gd name="connsiteY10" fmla="*/ 0 h 3032127"/>
                      <a:gd name="connsiteX11" fmla="*/ 6986102 w 10168128"/>
                      <a:gd name="connsiteY11" fmla="*/ 0 h 3032127"/>
                      <a:gd name="connsiteX12" fmla="*/ 7685909 w 10168128"/>
                      <a:gd name="connsiteY12" fmla="*/ 0 h 3032127"/>
                      <a:gd name="connsiteX13" fmla="*/ 7978990 w 10168128"/>
                      <a:gd name="connsiteY13" fmla="*/ 0 h 3032127"/>
                      <a:gd name="connsiteX14" fmla="*/ 8577115 w 10168128"/>
                      <a:gd name="connsiteY14" fmla="*/ 0 h 3032127"/>
                      <a:gd name="connsiteX15" fmla="*/ 9378603 w 10168128"/>
                      <a:gd name="connsiteY15" fmla="*/ 0 h 3032127"/>
                      <a:gd name="connsiteX16" fmla="*/ 10168128 w 10168128"/>
                      <a:gd name="connsiteY16" fmla="*/ 0 h 3032127"/>
                      <a:gd name="connsiteX17" fmla="*/ 10168128 w 10168128"/>
                      <a:gd name="connsiteY17" fmla="*/ 535676 h 3032127"/>
                      <a:gd name="connsiteX18" fmla="*/ 10168128 w 10168128"/>
                      <a:gd name="connsiteY18" fmla="*/ 980388 h 3032127"/>
                      <a:gd name="connsiteX19" fmla="*/ 10168128 w 10168128"/>
                      <a:gd name="connsiteY19" fmla="*/ 1425100 h 3032127"/>
                      <a:gd name="connsiteX20" fmla="*/ 10168128 w 10168128"/>
                      <a:gd name="connsiteY20" fmla="*/ 1930454 h 3032127"/>
                      <a:gd name="connsiteX21" fmla="*/ 10168128 w 10168128"/>
                      <a:gd name="connsiteY21" fmla="*/ 2435809 h 3032127"/>
                      <a:gd name="connsiteX22" fmla="*/ 10168128 w 10168128"/>
                      <a:gd name="connsiteY22" fmla="*/ 3032127 h 3032127"/>
                      <a:gd name="connsiteX23" fmla="*/ 9366640 w 10168128"/>
                      <a:gd name="connsiteY23" fmla="*/ 3032127 h 3032127"/>
                      <a:gd name="connsiteX24" fmla="*/ 8565153 w 10168128"/>
                      <a:gd name="connsiteY24" fmla="*/ 3032127 h 3032127"/>
                      <a:gd name="connsiteX25" fmla="*/ 7967027 w 10168128"/>
                      <a:gd name="connsiteY25" fmla="*/ 3032127 h 3032127"/>
                      <a:gd name="connsiteX26" fmla="*/ 7267221 w 10168128"/>
                      <a:gd name="connsiteY26" fmla="*/ 3032127 h 3032127"/>
                      <a:gd name="connsiteX27" fmla="*/ 6974140 w 10168128"/>
                      <a:gd name="connsiteY27" fmla="*/ 3032127 h 3032127"/>
                      <a:gd name="connsiteX28" fmla="*/ 6172652 w 10168128"/>
                      <a:gd name="connsiteY28" fmla="*/ 3032127 h 3032127"/>
                      <a:gd name="connsiteX29" fmla="*/ 5676208 w 10168128"/>
                      <a:gd name="connsiteY29" fmla="*/ 3032127 h 3032127"/>
                      <a:gd name="connsiteX30" fmla="*/ 4976401 w 10168128"/>
                      <a:gd name="connsiteY30" fmla="*/ 3032127 h 3032127"/>
                      <a:gd name="connsiteX31" fmla="*/ 4683320 w 10168128"/>
                      <a:gd name="connsiteY31" fmla="*/ 3032127 h 3032127"/>
                      <a:gd name="connsiteX32" fmla="*/ 3881832 w 10168128"/>
                      <a:gd name="connsiteY32" fmla="*/ 3032127 h 3032127"/>
                      <a:gd name="connsiteX33" fmla="*/ 3385388 w 10168128"/>
                      <a:gd name="connsiteY33" fmla="*/ 3032127 h 3032127"/>
                      <a:gd name="connsiteX34" fmla="*/ 2787263 w 10168128"/>
                      <a:gd name="connsiteY34" fmla="*/ 3032127 h 3032127"/>
                      <a:gd name="connsiteX35" fmla="*/ 2392501 w 10168128"/>
                      <a:gd name="connsiteY35" fmla="*/ 3032127 h 3032127"/>
                      <a:gd name="connsiteX36" fmla="*/ 1692694 w 10168128"/>
                      <a:gd name="connsiteY36" fmla="*/ 3032127 h 3032127"/>
                      <a:gd name="connsiteX37" fmla="*/ 891207 w 10168128"/>
                      <a:gd name="connsiteY37" fmla="*/ 3032127 h 3032127"/>
                      <a:gd name="connsiteX38" fmla="*/ 0 w 10168128"/>
                      <a:gd name="connsiteY38" fmla="*/ 3032127 h 3032127"/>
                      <a:gd name="connsiteX39" fmla="*/ 0 w 10168128"/>
                      <a:gd name="connsiteY39" fmla="*/ 2466130 h 3032127"/>
                      <a:gd name="connsiteX40" fmla="*/ 0 w 10168128"/>
                      <a:gd name="connsiteY40" fmla="*/ 1930454 h 3032127"/>
                      <a:gd name="connsiteX41" fmla="*/ 0 w 10168128"/>
                      <a:gd name="connsiteY41" fmla="*/ 1425100 h 3032127"/>
                      <a:gd name="connsiteX42" fmla="*/ 0 w 10168128"/>
                      <a:gd name="connsiteY42" fmla="*/ 889424 h 3032127"/>
                      <a:gd name="connsiteX43" fmla="*/ 0 w 10168128"/>
                      <a:gd name="connsiteY43" fmla="*/ 0 h 3032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168128" h="3032127" fill="none" extrusionOk="0">
                        <a:moveTo>
                          <a:pt x="0" y="0"/>
                        </a:moveTo>
                        <a:cubicBezTo>
                          <a:pt x="272555" y="-78702"/>
                          <a:pt x="451184" y="57290"/>
                          <a:pt x="699806" y="0"/>
                        </a:cubicBezTo>
                        <a:cubicBezTo>
                          <a:pt x="948428" y="-57290"/>
                          <a:pt x="1195162" y="68843"/>
                          <a:pt x="1399613" y="0"/>
                        </a:cubicBezTo>
                        <a:cubicBezTo>
                          <a:pt x="1604064" y="-68843"/>
                          <a:pt x="1884950" y="23962"/>
                          <a:pt x="2099419" y="0"/>
                        </a:cubicBezTo>
                        <a:cubicBezTo>
                          <a:pt x="2313888" y="-23962"/>
                          <a:pt x="2491612" y="32361"/>
                          <a:pt x="2799226" y="0"/>
                        </a:cubicBezTo>
                        <a:cubicBezTo>
                          <a:pt x="3106840" y="-32361"/>
                          <a:pt x="3351096" y="28878"/>
                          <a:pt x="3600714" y="0"/>
                        </a:cubicBezTo>
                        <a:cubicBezTo>
                          <a:pt x="3850332" y="-28878"/>
                          <a:pt x="3921335" y="21331"/>
                          <a:pt x="4198839" y="0"/>
                        </a:cubicBezTo>
                        <a:cubicBezTo>
                          <a:pt x="4476344" y="-21331"/>
                          <a:pt x="4580802" y="45806"/>
                          <a:pt x="4898645" y="0"/>
                        </a:cubicBezTo>
                        <a:cubicBezTo>
                          <a:pt x="5216488" y="-45806"/>
                          <a:pt x="5310821" y="18784"/>
                          <a:pt x="5496770" y="0"/>
                        </a:cubicBezTo>
                        <a:cubicBezTo>
                          <a:pt x="5682720" y="-18784"/>
                          <a:pt x="5819100" y="47320"/>
                          <a:pt x="6094896" y="0"/>
                        </a:cubicBezTo>
                        <a:cubicBezTo>
                          <a:pt x="6370692" y="-47320"/>
                          <a:pt x="6492318" y="2707"/>
                          <a:pt x="6693021" y="0"/>
                        </a:cubicBezTo>
                        <a:cubicBezTo>
                          <a:pt x="6893725" y="-2707"/>
                          <a:pt x="6906626" y="29342"/>
                          <a:pt x="6986102" y="0"/>
                        </a:cubicBezTo>
                        <a:cubicBezTo>
                          <a:pt x="7065578" y="-29342"/>
                          <a:pt x="7476807" y="54300"/>
                          <a:pt x="7685909" y="0"/>
                        </a:cubicBezTo>
                        <a:cubicBezTo>
                          <a:pt x="7895011" y="-54300"/>
                          <a:pt x="7854286" y="34930"/>
                          <a:pt x="7978990" y="0"/>
                        </a:cubicBezTo>
                        <a:cubicBezTo>
                          <a:pt x="8103694" y="-34930"/>
                          <a:pt x="8279956" y="7297"/>
                          <a:pt x="8577115" y="0"/>
                        </a:cubicBezTo>
                        <a:cubicBezTo>
                          <a:pt x="8874274" y="-7297"/>
                          <a:pt x="8978640" y="67239"/>
                          <a:pt x="9378603" y="0"/>
                        </a:cubicBezTo>
                        <a:cubicBezTo>
                          <a:pt x="9778566" y="-67239"/>
                          <a:pt x="10004910" y="86707"/>
                          <a:pt x="10168128" y="0"/>
                        </a:cubicBezTo>
                        <a:cubicBezTo>
                          <a:pt x="10195524" y="183509"/>
                          <a:pt x="10150724" y="304596"/>
                          <a:pt x="10168128" y="535676"/>
                        </a:cubicBezTo>
                        <a:cubicBezTo>
                          <a:pt x="10185532" y="766756"/>
                          <a:pt x="10148281" y="856034"/>
                          <a:pt x="10168128" y="980388"/>
                        </a:cubicBezTo>
                        <a:cubicBezTo>
                          <a:pt x="10187975" y="1104742"/>
                          <a:pt x="10161369" y="1309292"/>
                          <a:pt x="10168128" y="1425100"/>
                        </a:cubicBezTo>
                        <a:cubicBezTo>
                          <a:pt x="10174887" y="1540908"/>
                          <a:pt x="10143878" y="1795262"/>
                          <a:pt x="10168128" y="1930454"/>
                        </a:cubicBezTo>
                        <a:cubicBezTo>
                          <a:pt x="10192378" y="2065646"/>
                          <a:pt x="10129576" y="2248170"/>
                          <a:pt x="10168128" y="2435809"/>
                        </a:cubicBezTo>
                        <a:cubicBezTo>
                          <a:pt x="10206680" y="2623449"/>
                          <a:pt x="10127686" y="2881001"/>
                          <a:pt x="10168128" y="3032127"/>
                        </a:cubicBezTo>
                        <a:cubicBezTo>
                          <a:pt x="9895812" y="3095229"/>
                          <a:pt x="9689261" y="2952756"/>
                          <a:pt x="9366640" y="3032127"/>
                        </a:cubicBezTo>
                        <a:cubicBezTo>
                          <a:pt x="9044019" y="3111498"/>
                          <a:pt x="8745536" y="2998332"/>
                          <a:pt x="8565153" y="3032127"/>
                        </a:cubicBezTo>
                        <a:cubicBezTo>
                          <a:pt x="8384770" y="3065922"/>
                          <a:pt x="8109339" y="2962673"/>
                          <a:pt x="7967027" y="3032127"/>
                        </a:cubicBezTo>
                        <a:cubicBezTo>
                          <a:pt x="7824715" y="3101581"/>
                          <a:pt x="7593222" y="2980833"/>
                          <a:pt x="7267221" y="3032127"/>
                        </a:cubicBezTo>
                        <a:cubicBezTo>
                          <a:pt x="6941220" y="3083421"/>
                          <a:pt x="7073806" y="3006006"/>
                          <a:pt x="6974140" y="3032127"/>
                        </a:cubicBezTo>
                        <a:cubicBezTo>
                          <a:pt x="6874474" y="3058248"/>
                          <a:pt x="6523618" y="3004372"/>
                          <a:pt x="6172652" y="3032127"/>
                        </a:cubicBezTo>
                        <a:cubicBezTo>
                          <a:pt x="5821686" y="3059882"/>
                          <a:pt x="5793592" y="3018423"/>
                          <a:pt x="5676208" y="3032127"/>
                        </a:cubicBezTo>
                        <a:cubicBezTo>
                          <a:pt x="5558824" y="3045831"/>
                          <a:pt x="5215377" y="2991003"/>
                          <a:pt x="4976401" y="3032127"/>
                        </a:cubicBezTo>
                        <a:cubicBezTo>
                          <a:pt x="4737425" y="3073251"/>
                          <a:pt x="4802573" y="3030383"/>
                          <a:pt x="4683320" y="3032127"/>
                        </a:cubicBezTo>
                        <a:cubicBezTo>
                          <a:pt x="4564067" y="3033871"/>
                          <a:pt x="4043772" y="2990621"/>
                          <a:pt x="3881832" y="3032127"/>
                        </a:cubicBezTo>
                        <a:cubicBezTo>
                          <a:pt x="3719892" y="3073633"/>
                          <a:pt x="3610946" y="3024424"/>
                          <a:pt x="3385388" y="3032127"/>
                        </a:cubicBezTo>
                        <a:cubicBezTo>
                          <a:pt x="3159830" y="3039830"/>
                          <a:pt x="2996376" y="2968907"/>
                          <a:pt x="2787263" y="3032127"/>
                        </a:cubicBezTo>
                        <a:cubicBezTo>
                          <a:pt x="2578150" y="3095347"/>
                          <a:pt x="2477983" y="2995813"/>
                          <a:pt x="2392501" y="3032127"/>
                        </a:cubicBezTo>
                        <a:cubicBezTo>
                          <a:pt x="2307019" y="3068441"/>
                          <a:pt x="1924837" y="2983313"/>
                          <a:pt x="1692694" y="3032127"/>
                        </a:cubicBezTo>
                        <a:cubicBezTo>
                          <a:pt x="1460551" y="3080941"/>
                          <a:pt x="1082902" y="3005098"/>
                          <a:pt x="891207" y="3032127"/>
                        </a:cubicBezTo>
                        <a:cubicBezTo>
                          <a:pt x="699512" y="3059156"/>
                          <a:pt x="219307" y="2975613"/>
                          <a:pt x="0" y="3032127"/>
                        </a:cubicBezTo>
                        <a:cubicBezTo>
                          <a:pt x="-67248" y="2819497"/>
                          <a:pt x="44019" y="2624791"/>
                          <a:pt x="0" y="2466130"/>
                        </a:cubicBezTo>
                        <a:cubicBezTo>
                          <a:pt x="-44019" y="2307469"/>
                          <a:pt x="20843" y="2069232"/>
                          <a:pt x="0" y="1930454"/>
                        </a:cubicBezTo>
                        <a:cubicBezTo>
                          <a:pt x="-20843" y="1791676"/>
                          <a:pt x="52724" y="1557249"/>
                          <a:pt x="0" y="1425100"/>
                        </a:cubicBezTo>
                        <a:cubicBezTo>
                          <a:pt x="-52724" y="1292951"/>
                          <a:pt x="58589" y="998595"/>
                          <a:pt x="0" y="889424"/>
                        </a:cubicBezTo>
                        <a:cubicBezTo>
                          <a:pt x="-58589" y="780253"/>
                          <a:pt x="2756" y="316511"/>
                          <a:pt x="0" y="0"/>
                        </a:cubicBezTo>
                        <a:close/>
                      </a:path>
                      <a:path w="10168128" h="3032127" stroke="0" extrusionOk="0">
                        <a:moveTo>
                          <a:pt x="0" y="0"/>
                        </a:moveTo>
                        <a:cubicBezTo>
                          <a:pt x="226140" y="-37489"/>
                          <a:pt x="275217" y="16055"/>
                          <a:pt x="496444" y="0"/>
                        </a:cubicBezTo>
                        <a:cubicBezTo>
                          <a:pt x="717671" y="-16055"/>
                          <a:pt x="673906" y="26255"/>
                          <a:pt x="789525" y="0"/>
                        </a:cubicBezTo>
                        <a:cubicBezTo>
                          <a:pt x="905144" y="-26255"/>
                          <a:pt x="1217521" y="49610"/>
                          <a:pt x="1591013" y="0"/>
                        </a:cubicBezTo>
                        <a:cubicBezTo>
                          <a:pt x="1964505" y="-49610"/>
                          <a:pt x="1945482" y="26196"/>
                          <a:pt x="2087457" y="0"/>
                        </a:cubicBezTo>
                        <a:cubicBezTo>
                          <a:pt x="2229432" y="-26196"/>
                          <a:pt x="2471390" y="40059"/>
                          <a:pt x="2583901" y="0"/>
                        </a:cubicBezTo>
                        <a:cubicBezTo>
                          <a:pt x="2696412" y="-40059"/>
                          <a:pt x="3108613" y="75834"/>
                          <a:pt x="3385388" y="0"/>
                        </a:cubicBezTo>
                        <a:cubicBezTo>
                          <a:pt x="3662163" y="-75834"/>
                          <a:pt x="3614302" y="22955"/>
                          <a:pt x="3780151" y="0"/>
                        </a:cubicBezTo>
                        <a:cubicBezTo>
                          <a:pt x="3946000" y="-22955"/>
                          <a:pt x="4402960" y="57128"/>
                          <a:pt x="4581639" y="0"/>
                        </a:cubicBezTo>
                        <a:cubicBezTo>
                          <a:pt x="4760318" y="-57128"/>
                          <a:pt x="5040203" y="29739"/>
                          <a:pt x="5383127" y="0"/>
                        </a:cubicBezTo>
                        <a:cubicBezTo>
                          <a:pt x="5726051" y="-29739"/>
                          <a:pt x="5774083" y="66316"/>
                          <a:pt x="5981252" y="0"/>
                        </a:cubicBezTo>
                        <a:cubicBezTo>
                          <a:pt x="6188421" y="-66316"/>
                          <a:pt x="6531120" y="80217"/>
                          <a:pt x="6782740" y="0"/>
                        </a:cubicBezTo>
                        <a:cubicBezTo>
                          <a:pt x="7034360" y="-80217"/>
                          <a:pt x="7081140" y="59287"/>
                          <a:pt x="7279183" y="0"/>
                        </a:cubicBezTo>
                        <a:cubicBezTo>
                          <a:pt x="7477226" y="-59287"/>
                          <a:pt x="7654140" y="27340"/>
                          <a:pt x="7775627" y="0"/>
                        </a:cubicBezTo>
                        <a:cubicBezTo>
                          <a:pt x="7897114" y="-27340"/>
                          <a:pt x="8321574" y="20759"/>
                          <a:pt x="8475434" y="0"/>
                        </a:cubicBezTo>
                        <a:cubicBezTo>
                          <a:pt x="8629294" y="-20759"/>
                          <a:pt x="8799915" y="46081"/>
                          <a:pt x="8971878" y="0"/>
                        </a:cubicBezTo>
                        <a:cubicBezTo>
                          <a:pt x="9143841" y="-46081"/>
                          <a:pt x="9852546" y="75885"/>
                          <a:pt x="10168128" y="0"/>
                        </a:cubicBezTo>
                        <a:cubicBezTo>
                          <a:pt x="10184330" y="187929"/>
                          <a:pt x="10113238" y="293308"/>
                          <a:pt x="10168128" y="565997"/>
                        </a:cubicBezTo>
                        <a:cubicBezTo>
                          <a:pt x="10223018" y="838686"/>
                          <a:pt x="10140193" y="989308"/>
                          <a:pt x="10168128" y="1101673"/>
                        </a:cubicBezTo>
                        <a:cubicBezTo>
                          <a:pt x="10196063" y="1214038"/>
                          <a:pt x="10124673" y="1424168"/>
                          <a:pt x="10168128" y="1637349"/>
                        </a:cubicBezTo>
                        <a:cubicBezTo>
                          <a:pt x="10211583" y="1850530"/>
                          <a:pt x="10127311" y="1846271"/>
                          <a:pt x="10168128" y="2051739"/>
                        </a:cubicBezTo>
                        <a:cubicBezTo>
                          <a:pt x="10208945" y="2257207"/>
                          <a:pt x="10162113" y="2325457"/>
                          <a:pt x="10168128" y="2496451"/>
                        </a:cubicBezTo>
                        <a:cubicBezTo>
                          <a:pt x="10174143" y="2667445"/>
                          <a:pt x="10133869" y="2889682"/>
                          <a:pt x="10168128" y="3032127"/>
                        </a:cubicBezTo>
                        <a:cubicBezTo>
                          <a:pt x="9974451" y="3049784"/>
                          <a:pt x="9890620" y="2982409"/>
                          <a:pt x="9671684" y="3032127"/>
                        </a:cubicBezTo>
                        <a:cubicBezTo>
                          <a:pt x="9452748" y="3081845"/>
                          <a:pt x="9250159" y="3018463"/>
                          <a:pt x="9073559" y="3032127"/>
                        </a:cubicBezTo>
                        <a:cubicBezTo>
                          <a:pt x="8896959" y="3045791"/>
                          <a:pt x="8901679" y="3012821"/>
                          <a:pt x="8780478" y="3032127"/>
                        </a:cubicBezTo>
                        <a:cubicBezTo>
                          <a:pt x="8659277" y="3051433"/>
                          <a:pt x="8605414" y="3008977"/>
                          <a:pt x="8487396" y="3032127"/>
                        </a:cubicBezTo>
                        <a:cubicBezTo>
                          <a:pt x="8369378" y="3055277"/>
                          <a:pt x="8165164" y="2961479"/>
                          <a:pt x="7889271" y="3032127"/>
                        </a:cubicBezTo>
                        <a:cubicBezTo>
                          <a:pt x="7613379" y="3102775"/>
                          <a:pt x="7607573" y="3024669"/>
                          <a:pt x="7494508" y="3032127"/>
                        </a:cubicBezTo>
                        <a:cubicBezTo>
                          <a:pt x="7381443" y="3039585"/>
                          <a:pt x="7022987" y="2996562"/>
                          <a:pt x="6794702" y="3032127"/>
                        </a:cubicBezTo>
                        <a:cubicBezTo>
                          <a:pt x="6566417" y="3067692"/>
                          <a:pt x="6492830" y="2987799"/>
                          <a:pt x="6399939" y="3032127"/>
                        </a:cubicBezTo>
                        <a:cubicBezTo>
                          <a:pt x="6307048" y="3076455"/>
                          <a:pt x="5988105" y="2976950"/>
                          <a:pt x="5700133" y="3032127"/>
                        </a:cubicBezTo>
                        <a:cubicBezTo>
                          <a:pt x="5412161" y="3087304"/>
                          <a:pt x="5536441" y="3030155"/>
                          <a:pt x="5407052" y="3032127"/>
                        </a:cubicBezTo>
                        <a:cubicBezTo>
                          <a:pt x="5277663" y="3034099"/>
                          <a:pt x="4921388" y="2969628"/>
                          <a:pt x="4707245" y="3032127"/>
                        </a:cubicBezTo>
                        <a:cubicBezTo>
                          <a:pt x="4493102" y="3094626"/>
                          <a:pt x="4503385" y="2988563"/>
                          <a:pt x="4312483" y="3032127"/>
                        </a:cubicBezTo>
                        <a:cubicBezTo>
                          <a:pt x="4121581" y="3075691"/>
                          <a:pt x="4112565" y="3027343"/>
                          <a:pt x="4019401" y="3032127"/>
                        </a:cubicBezTo>
                        <a:cubicBezTo>
                          <a:pt x="3926237" y="3036911"/>
                          <a:pt x="3785026" y="3017998"/>
                          <a:pt x="3624639" y="3032127"/>
                        </a:cubicBezTo>
                        <a:cubicBezTo>
                          <a:pt x="3464252" y="3046256"/>
                          <a:pt x="3195303" y="2976070"/>
                          <a:pt x="2924832" y="3032127"/>
                        </a:cubicBezTo>
                        <a:cubicBezTo>
                          <a:pt x="2654361" y="3088184"/>
                          <a:pt x="2629765" y="3019603"/>
                          <a:pt x="2530069" y="3032127"/>
                        </a:cubicBezTo>
                        <a:cubicBezTo>
                          <a:pt x="2430373" y="3044651"/>
                          <a:pt x="2316625" y="3008040"/>
                          <a:pt x="2236988" y="3032127"/>
                        </a:cubicBezTo>
                        <a:cubicBezTo>
                          <a:pt x="2157351" y="3056214"/>
                          <a:pt x="1952238" y="2988996"/>
                          <a:pt x="1842226" y="3032127"/>
                        </a:cubicBezTo>
                        <a:cubicBezTo>
                          <a:pt x="1732214" y="3075258"/>
                          <a:pt x="1497456" y="2981598"/>
                          <a:pt x="1345782" y="3032127"/>
                        </a:cubicBezTo>
                        <a:cubicBezTo>
                          <a:pt x="1194108" y="3082656"/>
                          <a:pt x="1031893" y="2973661"/>
                          <a:pt x="747656" y="3032127"/>
                        </a:cubicBezTo>
                        <a:cubicBezTo>
                          <a:pt x="463419" y="3090593"/>
                          <a:pt x="201613" y="2971707"/>
                          <a:pt x="0" y="3032127"/>
                        </a:cubicBezTo>
                        <a:cubicBezTo>
                          <a:pt x="-61640" y="2795769"/>
                          <a:pt x="50308" y="2741922"/>
                          <a:pt x="0" y="2466130"/>
                        </a:cubicBezTo>
                        <a:cubicBezTo>
                          <a:pt x="-50308" y="2190338"/>
                          <a:pt x="27616" y="2100199"/>
                          <a:pt x="0" y="1960775"/>
                        </a:cubicBezTo>
                        <a:cubicBezTo>
                          <a:pt x="-27616" y="1821351"/>
                          <a:pt x="23951" y="1637844"/>
                          <a:pt x="0" y="1455421"/>
                        </a:cubicBezTo>
                        <a:cubicBezTo>
                          <a:pt x="-23951" y="1272998"/>
                          <a:pt x="21978" y="1061973"/>
                          <a:pt x="0" y="950066"/>
                        </a:cubicBezTo>
                        <a:cubicBezTo>
                          <a:pt x="-21978" y="838159"/>
                          <a:pt x="17484" y="581465"/>
                          <a:pt x="0" y="444712"/>
                        </a:cubicBezTo>
                        <a:cubicBezTo>
                          <a:pt x="-17484" y="307959"/>
                          <a:pt x="51210" y="201237"/>
                          <a:pt x="0" y="0"/>
                        </a:cubicBezTo>
                        <a:close/>
                      </a:path>
                    </a:pathLst>
                  </a:custGeom>
                  <ask:type>
                    <ask:lineSketchNone/>
                  </ask:type>
                </ask:lineSketchStyleProps>
              </a:ext>
            </a:extLst>
          </a:ln>
        </p:spPr>
        <p:txBody>
          <a:bodyPr>
            <a:normAutofit fontScale="92500" lnSpcReduction="10000"/>
          </a:bodyPr>
          <a:lstStyle/>
          <a:p>
            <a:pPr marL="457200" indent="-457200" algn="just">
              <a:buFont typeface="+mj-lt"/>
              <a:buAutoNum type="arabicPeriod"/>
            </a:pPr>
            <a:r>
              <a:rPr lang="es-ES" dirty="0"/>
              <a:t>Ajustar el modelo epidemiológico en tiempo real</a:t>
            </a:r>
          </a:p>
          <a:p>
            <a:pPr marL="457200" indent="-457200" algn="just">
              <a:buFont typeface="+mj-lt"/>
              <a:buAutoNum type="arabicPeriod"/>
            </a:pPr>
            <a:r>
              <a:rPr lang="es-ES" dirty="0"/>
              <a:t>Diferenciar y realizar estudios más específicos para cada producto</a:t>
            </a:r>
          </a:p>
          <a:p>
            <a:pPr marL="457200" indent="-457200" algn="just">
              <a:buFont typeface="+mj-lt"/>
              <a:buAutoNum type="arabicPeriod"/>
            </a:pPr>
            <a:r>
              <a:rPr lang="es-ES" dirty="0"/>
              <a:t>Profundizar en el ajuste de modelos con más tiempo y mejor rendimiento computacional</a:t>
            </a:r>
          </a:p>
          <a:p>
            <a:pPr marL="457200" indent="-457200" algn="just">
              <a:buFont typeface="+mj-lt"/>
              <a:buAutoNum type="arabicPeriod"/>
            </a:pPr>
            <a:r>
              <a:rPr lang="es-ES" dirty="0"/>
              <a:t>Incorporar factores externos como festividades, vacaciones o confinamientos</a:t>
            </a:r>
          </a:p>
          <a:p>
            <a:pPr marL="457200" indent="-457200" algn="just">
              <a:buFont typeface="+mj-lt"/>
              <a:buAutoNum type="arabicPeriod"/>
            </a:pPr>
            <a:r>
              <a:rPr lang="es-ES" dirty="0"/>
              <a:t>Tener en cuenta las predicciones a la hora de realizar cualquier pedido</a:t>
            </a:r>
          </a:p>
        </p:txBody>
      </p:sp>
      <p:pic>
        <p:nvPicPr>
          <p:cNvPr id="5" name="Imagen 4" descr="Logotipo&#10;&#10;Descripción generada automáticamente">
            <a:extLst>
              <a:ext uri="{FF2B5EF4-FFF2-40B4-BE49-F238E27FC236}">
                <a16:creationId xmlns:a16="http://schemas.microsoft.com/office/drawing/2014/main" id="{CD981C5E-8285-44D1-E25E-25F99CB1CC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4484" y="-507001"/>
            <a:ext cx="2461044" cy="1739882"/>
          </a:xfrm>
          <a:prstGeom prst="rect">
            <a:avLst/>
          </a:prstGeom>
        </p:spPr>
      </p:pic>
    </p:spTree>
    <p:extLst>
      <p:ext uri="{BB962C8B-B14F-4D97-AF65-F5344CB8AC3E}">
        <p14:creationId xmlns:p14="http://schemas.microsoft.com/office/powerpoint/2010/main" val="42737971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Imagen que contiene persona, hombre, vistiendo, mujer&#10;&#10;Descripción generada automáticamente">
            <a:extLst>
              <a:ext uri="{FF2B5EF4-FFF2-40B4-BE49-F238E27FC236}">
                <a16:creationId xmlns:a16="http://schemas.microsoft.com/office/drawing/2014/main" id="{BF277379-D0BF-C82B-AF75-4F5CD37DB25B}"/>
              </a:ext>
            </a:extLst>
          </p:cNvPr>
          <p:cNvPicPr>
            <a:picLocks noChangeAspect="1"/>
          </p:cNvPicPr>
          <p:nvPr/>
        </p:nvPicPr>
        <p:blipFill rotWithShape="1">
          <a:blip r:embed="rId2"/>
          <a:srcRect r="6666"/>
          <a:stretch/>
        </p:blipFill>
        <p:spPr>
          <a:xfrm>
            <a:off x="20" y="10"/>
            <a:ext cx="12191981" cy="6857990"/>
          </a:xfrm>
          <a:prstGeom prst="rect">
            <a:avLst/>
          </a:prstGeom>
        </p:spPr>
      </p:pic>
      <p:sp>
        <p:nvSpPr>
          <p:cNvPr id="16" name="Rectangle 15">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8" y="-1534136"/>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3B2ABD23-0755-852C-F64D-466CE6D20EA2}"/>
              </a:ext>
            </a:extLst>
          </p:cNvPr>
          <p:cNvSpPr>
            <a:spLocks noGrp="1"/>
          </p:cNvSpPr>
          <p:nvPr>
            <p:ph type="title"/>
          </p:nvPr>
        </p:nvSpPr>
        <p:spPr>
          <a:xfrm>
            <a:off x="404553" y="3091928"/>
            <a:ext cx="9078562" cy="2387600"/>
          </a:xfrm>
        </p:spPr>
        <p:txBody>
          <a:bodyPr vert="horz" lIns="91440" tIns="45720" rIns="91440" bIns="45720" rtlCol="0" anchor="b">
            <a:normAutofit/>
          </a:bodyPr>
          <a:lstStyle/>
          <a:p>
            <a:r>
              <a:rPr lang="en-US" sz="6600">
                <a:solidFill>
                  <a:schemeClr val="bg1"/>
                </a:solidFill>
              </a:rPr>
              <a:t>GRACIAS POR SU ANTENCIÓN</a:t>
            </a:r>
          </a:p>
        </p:txBody>
      </p:sp>
      <p:sp>
        <p:nvSpPr>
          <p:cNvPr id="18" name="Rectangle: Rounded Corners 17">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ítulo 2">
            <a:extLst>
              <a:ext uri="{FF2B5EF4-FFF2-40B4-BE49-F238E27FC236}">
                <a16:creationId xmlns:a16="http://schemas.microsoft.com/office/drawing/2014/main" id="{76836ECB-97FF-6A3E-F4C9-6E440943EF0D}"/>
              </a:ext>
            </a:extLst>
          </p:cNvPr>
          <p:cNvSpPr txBox="1">
            <a:spLocks/>
          </p:cNvSpPr>
          <p:nvPr/>
        </p:nvSpPr>
        <p:spPr>
          <a:xfrm>
            <a:off x="404553" y="5624945"/>
            <a:ext cx="9078562" cy="592975"/>
          </a:xfrm>
          <a:prstGeom prst="rect">
            <a:avLst/>
          </a:prstGeom>
        </p:spPr>
        <p:txBody>
          <a:bodyPr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s-ES" sz="1100" dirty="0">
                <a:solidFill>
                  <a:schemeClr val="bg1"/>
                </a:solidFill>
              </a:rPr>
              <a:t>ANA FARRÉ MATEMALAS</a:t>
            </a:r>
          </a:p>
          <a:p>
            <a:pPr marL="0" indent="0">
              <a:lnSpc>
                <a:spcPct val="100000"/>
              </a:lnSpc>
              <a:buNone/>
            </a:pPr>
            <a:r>
              <a:rPr lang="es-ES" sz="1100" dirty="0">
                <a:solidFill>
                  <a:schemeClr val="bg1"/>
                </a:solidFill>
              </a:rPr>
              <a:t>TUTOR: CARLOS EMILIO RABAZO </a:t>
            </a:r>
          </a:p>
        </p:txBody>
      </p:sp>
      <p:pic>
        <p:nvPicPr>
          <p:cNvPr id="7" name="Imagen 6" descr="Logotipo&#10;&#10;Descripción generada automáticamente">
            <a:extLst>
              <a:ext uri="{FF2B5EF4-FFF2-40B4-BE49-F238E27FC236}">
                <a16:creationId xmlns:a16="http://schemas.microsoft.com/office/drawing/2014/main" id="{EE74FACC-24A8-08E2-7542-F8C43571F5C0}"/>
              </a:ext>
            </a:extLst>
          </p:cNvPr>
          <p:cNvPicPr>
            <a:picLocks noChangeAspect="1"/>
          </p:cNvPicPr>
          <p:nvPr/>
        </p:nvPicPr>
        <p:blipFill rotWithShape="1">
          <a:blip r:embed="rId3">
            <a:extLst>
              <a:ext uri="{28A0092B-C50C-407E-A947-70E740481C1C}">
                <a14:useLocalDpi xmlns:a14="http://schemas.microsoft.com/office/drawing/2010/main" val="0"/>
              </a:ext>
            </a:extLst>
          </a:blip>
          <a:srcRect t="22571" b="24874"/>
          <a:stretch/>
        </p:blipFill>
        <p:spPr>
          <a:xfrm>
            <a:off x="9906212" y="-102124"/>
            <a:ext cx="2550481" cy="947631"/>
          </a:xfrm>
          <a:prstGeom prst="rect">
            <a:avLst/>
          </a:prstGeom>
          <a:solidFill>
            <a:schemeClr val="bg1"/>
          </a:solidFill>
          <a:ln w="88900" cap="sq">
            <a:noFill/>
            <a:miter lim="800000"/>
          </a:ln>
          <a:effectLst/>
          <a:scene3d>
            <a:camera prst="orthographicFront"/>
            <a:lightRig rig="twoPt" dir="t">
              <a:rot lat="0" lon="0" rev="7200000"/>
            </a:lightRig>
          </a:scene3d>
          <a:sp3d prstMaterial="matte">
            <a:contourClr>
              <a:srgbClr val="FFFFFF"/>
            </a:contourClr>
          </a:sp3d>
        </p:spPr>
      </p:pic>
    </p:spTree>
    <p:extLst>
      <p:ext uri="{BB962C8B-B14F-4D97-AF65-F5344CB8AC3E}">
        <p14:creationId xmlns:p14="http://schemas.microsoft.com/office/powerpoint/2010/main" val="2143054218"/>
      </p:ext>
    </p:extLst>
  </p:cSld>
  <p:clrMapOvr>
    <a:masterClrMapping/>
  </p:clrMapOvr>
</p:sld>
</file>

<file path=ppt/theme/theme1.xml><?xml version="1.0" encoding="utf-8"?>
<a:theme xmlns:a="http://schemas.openxmlformats.org/drawingml/2006/main" name="AccentBoxVTI">
  <a:themeElements>
    <a:clrScheme name="AnalogousFromDarkSeedLeftStep">
      <a:dk1>
        <a:srgbClr val="000000"/>
      </a:dk1>
      <a:lt1>
        <a:srgbClr val="FFFFFF"/>
      </a:lt1>
      <a:dk2>
        <a:srgbClr val="31241B"/>
      </a:dk2>
      <a:lt2>
        <a:srgbClr val="F0F3F2"/>
      </a:lt2>
      <a:accent1>
        <a:srgbClr val="C34D6A"/>
      </a:accent1>
      <a:accent2>
        <a:srgbClr val="B13B8A"/>
      </a:accent2>
      <a:accent3>
        <a:srgbClr val="B94DC3"/>
      </a:accent3>
      <a:accent4>
        <a:srgbClr val="763BB1"/>
      </a:accent4>
      <a:accent5>
        <a:srgbClr val="564DC3"/>
      </a:accent5>
      <a:accent6>
        <a:srgbClr val="3B62B1"/>
      </a:accent6>
      <a:hlink>
        <a:srgbClr val="785DC9"/>
      </a:hlink>
      <a:folHlink>
        <a:srgbClr val="7F7F7F"/>
      </a:folHlink>
    </a:clrScheme>
    <a:fontScheme name="Avenir">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6485</TotalTime>
  <Words>1096</Words>
  <Application>Microsoft Macintosh PowerPoint</Application>
  <PresentationFormat>Panorámica</PresentationFormat>
  <Paragraphs>178</Paragraphs>
  <Slides>25</Slides>
  <Notes>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25</vt:i4>
      </vt:variant>
    </vt:vector>
  </HeadingPairs>
  <TitlesOfParts>
    <vt:vector size="32" baseType="lpstr">
      <vt:lpstr>Aptos</vt:lpstr>
      <vt:lpstr>Arial</vt:lpstr>
      <vt:lpstr>Calibri</vt:lpstr>
      <vt:lpstr>Helvetica Neue</vt:lpstr>
      <vt:lpstr>Neue Haas Grotesk Text Pro</vt:lpstr>
      <vt:lpstr>Wingdings</vt:lpstr>
      <vt:lpstr>AccentBoxVTI</vt:lpstr>
      <vt:lpstr>INTEGRACIÓN DE MODELOS SIRD Y PREDICCIÓN DE VENTAS PARA LA GESTIÓN DE SUMINISTROS EN PANDEMIAS</vt:lpstr>
      <vt:lpstr>ÍNDICE</vt:lpstr>
      <vt:lpstr>¿Qué problema se ha querido abordar?</vt:lpstr>
      <vt:lpstr>¿Qué problema se ha querido abordar?</vt:lpstr>
      <vt:lpstr>¿Qué problema se ha querido abordar?</vt:lpstr>
      <vt:lpstr>Objetivo del proyecto</vt:lpstr>
      <vt:lpstr>Metodología seguida - SCRUM</vt:lpstr>
      <vt:lpstr>Desarrollo de la solución</vt:lpstr>
      <vt:lpstr>Recopilación de datos históricos</vt:lpstr>
      <vt:lpstr>Presentación de PowerPoint</vt:lpstr>
      <vt:lpstr>Selección de los productos relacionados con la pandemia</vt:lpstr>
      <vt:lpstr>Desarrollo de la solución</vt:lpstr>
      <vt:lpstr>Simulación de una nueva pandemia con modelos de ecuaciones diferenciales</vt:lpstr>
      <vt:lpstr>Simulación de una nueva pandemia con modelos de ecuaciones diferenciales</vt:lpstr>
      <vt:lpstr>Desarrollo de la solución</vt:lpstr>
      <vt:lpstr>Encontrar el modelo predictivo idóneo</vt:lpstr>
      <vt:lpstr>Desarrollo de la solución</vt:lpstr>
      <vt:lpstr>Aplicar el modelo entrenado a los nuevos datos de casos generados</vt:lpstr>
      <vt:lpstr>Aplicar el modelo entrenado a los nuevos datos de casos generados</vt:lpstr>
      <vt:lpstr>Desarrollo de la solución</vt:lpstr>
      <vt:lpstr>Interpretación de los resultados</vt:lpstr>
      <vt:lpstr>Interpretación de los resultados</vt:lpstr>
      <vt:lpstr>Conclusiones e implicaciones éticas</vt:lpstr>
      <vt:lpstr>Trabajo a futuro</vt:lpstr>
      <vt:lpstr>GRACIAS POR SU ANTENCIÓN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 Farré</dc:creator>
  <cp:lastModifiedBy>Ana Farré</cp:lastModifiedBy>
  <cp:revision>12</cp:revision>
  <dcterms:created xsi:type="dcterms:W3CDTF">2024-07-11T17:32:00Z</dcterms:created>
  <dcterms:modified xsi:type="dcterms:W3CDTF">2024-07-18T08:39:07Z</dcterms:modified>
</cp:coreProperties>
</file>